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14"/>
  </p:notesMasterIdLst>
  <p:sldIdLst>
    <p:sldId id="256" r:id="rId2"/>
    <p:sldId id="257" r:id="rId3"/>
    <p:sldId id="258" r:id="rId4"/>
    <p:sldId id="259" r:id="rId5"/>
    <p:sldId id="277" r:id="rId6"/>
    <p:sldId id="260" r:id="rId7"/>
    <p:sldId id="278" r:id="rId8"/>
    <p:sldId id="279" r:id="rId9"/>
    <p:sldId id="280" r:id="rId10"/>
    <p:sldId id="274" r:id="rId11"/>
    <p:sldId id="262" r:id="rId12"/>
    <p:sldId id="269" r:id="rId13"/>
  </p:sldIdLst>
  <p:sldSz cx="18288000" cy="10287000"/>
  <p:notesSz cx="6858000" cy="9144000"/>
  <p:embeddedFontLst>
    <p:embeddedFont>
      <p:font typeface="Calibri" panose="020F0502020204030204" pitchFamily="34" charset="0"/>
      <p:regular r:id="rId15"/>
      <p:bold r:id="rId16"/>
      <p:italic r:id="rId17"/>
      <p:boldItalic r:id="rId18"/>
    </p:embeddedFont>
    <p:embeddedFont>
      <p:font typeface="Calibri Light" panose="020F0302020204030204" pitchFamily="34" charset="0"/>
      <p:regular r:id="rId19"/>
      <p:italic r:id="rId20"/>
    </p:embeddedFont>
    <p:embeddedFont>
      <p:font typeface="Cambria" panose="02040503050406030204" pitchFamily="18" charset="0"/>
      <p:regular r:id="rId21"/>
      <p:bold r:id="rId22"/>
      <p:italic r:id="rId23"/>
      <p:boldItalic r:id="rId2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84" userDrawn="1">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5458C"/>
    <a:srgbClr val="1E569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1463" autoAdjust="0"/>
    <p:restoredTop sz="58130" autoAdjust="0"/>
  </p:normalViewPr>
  <p:slideViewPr>
    <p:cSldViewPr>
      <p:cViewPr varScale="1">
        <p:scale>
          <a:sx n="45" d="100"/>
          <a:sy n="45" d="100"/>
        </p:scale>
        <p:origin x="1848" y="176"/>
      </p:cViewPr>
      <p:guideLst>
        <p:guide orient="horz" pos="2184"/>
        <p:guide pos="2880"/>
      </p:guideLst>
    </p:cSldViewPr>
  </p:slideViewPr>
  <p:outlineViewPr>
    <p:cViewPr>
      <p:scale>
        <a:sx n="33" d="100"/>
        <a:sy n="33" d="100"/>
      </p:scale>
      <p:origin x="0" y="0"/>
    </p:cViewPr>
  </p:outlineViewPr>
  <p:notesTextViewPr>
    <p:cViewPr>
      <p:scale>
        <a:sx n="125" d="100"/>
        <a:sy n="125" d="100"/>
      </p:scale>
      <p:origin x="0" y="0"/>
    </p:cViewPr>
  </p:notesTextViewPr>
  <p:sorterViewPr>
    <p:cViewPr>
      <p:scale>
        <a:sx n="80" d="100"/>
        <a:sy n="80" d="100"/>
      </p:scale>
      <p:origin x="0" y="0"/>
    </p:cViewPr>
  </p:sorterViewPr>
  <p:notesViewPr>
    <p:cSldViewPr>
      <p:cViewPr varScale="1">
        <p:scale>
          <a:sx n="97" d="100"/>
          <a:sy n="97" d="100"/>
        </p:scale>
        <p:origin x="3688" y="208"/>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4.fntdata"/><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font" Target="fonts/font7.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3.fntdata"/><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font" Target="fonts/font2.fntdata"/><Relationship Id="rId20" Type="http://schemas.openxmlformats.org/officeDocument/2006/relationships/font" Target="fonts/font6.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10.fntdata"/><Relationship Id="rId5" Type="http://schemas.openxmlformats.org/officeDocument/2006/relationships/slide" Target="slides/slide4.xml"/><Relationship Id="rId15" Type="http://schemas.openxmlformats.org/officeDocument/2006/relationships/font" Target="fonts/font1.fntdata"/><Relationship Id="rId23" Type="http://schemas.openxmlformats.org/officeDocument/2006/relationships/font" Target="fonts/font9.fntdata"/><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font" Target="fonts/font5.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 Id="rId22" Type="http://schemas.openxmlformats.org/officeDocument/2006/relationships/font" Target="fonts/font8.fntdata"/><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6A4BB61-B4F3-49F3-8E3C-4B63BBA04250}" type="datetimeFigureOut">
              <a:rPr lang="en-US" smtClean="0"/>
              <a:t>5/13/26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C655621-BB3A-4FD8-9F2D-99DAB64DC017}" type="slidenum">
              <a:rPr lang="en-US" smtClean="0"/>
              <a:t>‹#›</a:t>
            </a:fld>
            <a:endParaRPr lang="en-US"/>
          </a:p>
        </p:txBody>
      </p:sp>
    </p:spTree>
    <p:extLst>
      <p:ext uri="{BB962C8B-B14F-4D97-AF65-F5344CB8AC3E}">
        <p14:creationId xmlns:p14="http://schemas.microsoft.com/office/powerpoint/2010/main" val="301663775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vi-VN" sz="2000" dirty="0">
                <a:latin typeface="Cambria" panose="02040503050406030204" pitchFamily="18" charset="0"/>
                <a:ea typeface="Cambria" panose="02040503050406030204" pitchFamily="18" charset="0"/>
              </a:rPr>
              <a:t>Lời đầu tiên, em xin gửi lời chào trân trọng tới quý thầy cô cùng toàn thể các bạn sinh viên có mặt trong buổi báo cáo tốt nghiệp ngày hôm nay</a:t>
            </a:r>
            <a:br>
              <a:rPr lang="vi-VN" sz="2000" dirty="0">
                <a:latin typeface="Cambria" panose="02040503050406030204" pitchFamily="18" charset="0"/>
                <a:ea typeface="Cambria" panose="02040503050406030204" pitchFamily="18" charset="0"/>
              </a:rPr>
            </a:br>
            <a:r>
              <a:rPr lang="vi-VN" sz="2000" dirty="0">
                <a:latin typeface="Cambria" panose="02040503050406030204" pitchFamily="18" charset="0"/>
                <a:ea typeface="Cambria" panose="02040503050406030204" pitchFamily="18" charset="0"/>
              </a:rPr>
              <a:t>Em tên là </a:t>
            </a:r>
            <a:r>
              <a:rPr lang="en-US" sz="2000" dirty="0" err="1">
                <a:latin typeface="Cambria" panose="02040503050406030204" pitchFamily="18" charset="0"/>
                <a:ea typeface="Cambria" panose="02040503050406030204" pitchFamily="18" charset="0"/>
              </a:rPr>
              <a:t>Nguyễn</a:t>
            </a:r>
            <a:r>
              <a:rPr lang="en-US" sz="2000" dirty="0">
                <a:latin typeface="Cambria" panose="02040503050406030204" pitchFamily="18" charset="0"/>
                <a:ea typeface="Cambria" panose="02040503050406030204" pitchFamily="18" charset="0"/>
              </a:rPr>
              <a:t> </a:t>
            </a:r>
            <a:r>
              <a:rPr lang="en-US" sz="2000" dirty="0" err="1">
                <a:latin typeface="Cambria" panose="02040503050406030204" pitchFamily="18" charset="0"/>
                <a:ea typeface="Cambria" panose="02040503050406030204" pitchFamily="18" charset="0"/>
              </a:rPr>
              <a:t>Công</a:t>
            </a:r>
            <a:r>
              <a:rPr lang="en-US" sz="2000" dirty="0">
                <a:latin typeface="Cambria" panose="02040503050406030204" pitchFamily="18" charset="0"/>
                <a:ea typeface="Cambria" panose="02040503050406030204" pitchFamily="18" charset="0"/>
              </a:rPr>
              <a:t> An</a:t>
            </a:r>
            <a:r>
              <a:rPr lang="vi-VN" sz="2000" dirty="0">
                <a:latin typeface="Cambria" panose="02040503050406030204" pitchFamily="18" charset="0"/>
                <a:ea typeface="Cambria" panose="02040503050406030204" pitchFamily="18" charset="0"/>
              </a:rPr>
              <a:t>, sinh viên </a:t>
            </a:r>
            <a:r>
              <a:rPr lang="en-US" sz="2000" dirty="0" err="1">
                <a:latin typeface="Cambria" panose="02040503050406030204" pitchFamily="18" charset="0"/>
                <a:ea typeface="Cambria" panose="02040503050406030204" pitchFamily="18" charset="0"/>
              </a:rPr>
              <a:t>lớp</a:t>
            </a:r>
            <a:r>
              <a:rPr lang="en-US" sz="2000" dirty="0">
                <a:latin typeface="Cambria" panose="02040503050406030204" pitchFamily="18" charset="0"/>
                <a:ea typeface="Cambria" panose="02040503050406030204" pitchFamily="18" charset="0"/>
              </a:rPr>
              <a:t> KHMT02 – K17</a:t>
            </a:r>
          </a:p>
          <a:p>
            <a:pPr marL="0" marR="0" lvl="0" indent="0" algn="l" defTabSz="914400" rtl="0" eaLnBrk="1" fontAlgn="auto" latinLnBrk="0" hangingPunct="1">
              <a:lnSpc>
                <a:spcPct val="100000"/>
              </a:lnSpc>
              <a:spcBef>
                <a:spcPts val="0"/>
              </a:spcBef>
              <a:spcAft>
                <a:spcPts val="0"/>
              </a:spcAft>
              <a:buClrTx/>
              <a:buSzTx/>
              <a:buFontTx/>
              <a:buNone/>
              <a:tabLst/>
              <a:defRPr/>
            </a:pPr>
            <a:r>
              <a:rPr lang="vi-VN" sz="2000" kern="1200" dirty="0">
                <a:solidFill>
                  <a:schemeClr val="tx1"/>
                </a:solidFill>
                <a:effectLst/>
                <a:latin typeface="Cambria" panose="02040503050406030204" pitchFamily="18" charset="0"/>
                <a:ea typeface="Cambria" panose="02040503050406030204" pitchFamily="18" charset="0"/>
                <a:cs typeface="+mn-cs"/>
              </a:rPr>
              <a:t>Hôm nay em xin được trình bày đồ án tốt nghiệp với đề tài: ', dưới sự hướng dẫn của Thầy</a:t>
            </a:r>
          </a:p>
        </p:txBody>
      </p:sp>
      <p:sp>
        <p:nvSpPr>
          <p:cNvPr id="4" name="Slide Number Placeholder 3"/>
          <p:cNvSpPr>
            <a:spLocks noGrp="1"/>
          </p:cNvSpPr>
          <p:nvPr>
            <p:ph type="sldNum" sz="quarter" idx="5"/>
          </p:nvPr>
        </p:nvSpPr>
        <p:spPr/>
        <p:txBody>
          <a:bodyPr/>
          <a:lstStyle/>
          <a:p>
            <a:fld id="{7C655621-BB3A-4FD8-9F2D-99DAB64DC017}" type="slidenum">
              <a:rPr lang="en-US" smtClean="0"/>
              <a:t>1</a:t>
            </a:fld>
            <a:endParaRPr lang="en-US"/>
          </a:p>
        </p:txBody>
      </p:sp>
    </p:spTree>
    <p:extLst>
      <p:ext uri="{BB962C8B-B14F-4D97-AF65-F5344CB8AC3E}">
        <p14:creationId xmlns:p14="http://schemas.microsoft.com/office/powerpoint/2010/main" val="65401090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200" i="1" kern="1200" dirty="0">
                <a:solidFill>
                  <a:schemeClr val="tx1"/>
                </a:solidFill>
                <a:effectLst/>
                <a:latin typeface="+mn-lt"/>
                <a:ea typeface="+mn-ea"/>
                <a:cs typeface="+mn-cs"/>
              </a:rPr>
              <a:t>"Bài thuyết trình hôm nay của em gồm bốn phần chính:</a:t>
            </a:r>
            <a:endParaRPr lang="vi-VN" sz="1200" kern="1200" dirty="0">
              <a:solidFill>
                <a:schemeClr val="tx1"/>
              </a:solidFill>
              <a:effectLst/>
              <a:latin typeface="+mn-lt"/>
              <a:ea typeface="+mn-ea"/>
              <a:cs typeface="+mn-cs"/>
            </a:endParaRPr>
          </a:p>
          <a:p>
            <a:r>
              <a:rPr lang="vi-VN" sz="1200" kern="1200" dirty="0">
                <a:solidFill>
                  <a:schemeClr val="tx1"/>
                </a:solidFill>
                <a:effectLst/>
                <a:latin typeface="+mn-lt"/>
                <a:ea typeface="+mn-ea"/>
                <a:cs typeface="+mn-cs"/>
              </a:rPr>
              <a:t>Phần 1 – Tổng quan đề tài.</a:t>
            </a:r>
          </a:p>
          <a:p>
            <a:r>
              <a:rPr lang="vi-VN" sz="1200" kern="1200" dirty="0">
                <a:solidFill>
                  <a:schemeClr val="tx1"/>
                </a:solidFill>
                <a:effectLst/>
                <a:latin typeface="+mn-lt"/>
                <a:ea typeface="+mn-ea"/>
                <a:cs typeface="+mn-cs"/>
              </a:rPr>
              <a:t>Phần 2 – Thực nghiệm</a:t>
            </a:r>
            <a:endParaRPr lang="en-US" sz="1200" kern="1200" dirty="0">
              <a:solidFill>
                <a:schemeClr val="tx1"/>
              </a:solidFill>
              <a:effectLst/>
              <a:latin typeface="+mn-lt"/>
              <a:ea typeface="+mn-ea"/>
              <a:cs typeface="+mn-cs"/>
            </a:endParaRPr>
          </a:p>
          <a:p>
            <a:r>
              <a:rPr lang="vi-VN" sz="1200" kern="1200" dirty="0">
                <a:solidFill>
                  <a:schemeClr val="tx1"/>
                </a:solidFill>
                <a:effectLst/>
                <a:latin typeface="+mn-lt"/>
                <a:ea typeface="+mn-ea"/>
                <a:cs typeface="+mn-cs"/>
              </a:rPr>
              <a:t>Phần 3 – Kết quả đạt được </a:t>
            </a:r>
            <a:endParaRPr lang="en-US" sz="1200" kern="1200" dirty="0">
              <a:solidFill>
                <a:schemeClr val="tx1"/>
              </a:solidFill>
              <a:effectLst/>
              <a:latin typeface="+mn-lt"/>
              <a:ea typeface="+mn-ea"/>
              <a:cs typeface="+mn-cs"/>
            </a:endParaRPr>
          </a:p>
          <a:p>
            <a:r>
              <a:rPr lang="vi-VN" sz="1200" kern="1200" dirty="0">
                <a:solidFill>
                  <a:schemeClr val="tx1"/>
                </a:solidFill>
                <a:effectLst/>
                <a:latin typeface="+mn-lt"/>
                <a:ea typeface="+mn-ea"/>
                <a:cs typeface="+mn-cs"/>
              </a:rPr>
              <a:t>Phần 4 – Kết luận và hướng phát triển trong tương lai.</a:t>
            </a:r>
          </a:p>
          <a:p>
            <a:r>
              <a:rPr lang="vi-VN" sz="1200" kern="1200" dirty="0">
                <a:solidFill>
                  <a:schemeClr val="tx1"/>
                </a:solidFill>
                <a:effectLst/>
                <a:latin typeface="+mn-lt"/>
                <a:ea typeface="+mn-ea"/>
                <a:cs typeface="+mn-cs"/>
              </a:rPr>
              <a:t>Bây giờ em xin bắt đầu từ phần đầu tiên."*</a:t>
            </a:r>
          </a:p>
        </p:txBody>
      </p:sp>
      <p:sp>
        <p:nvSpPr>
          <p:cNvPr id="4" name="Slide Number Placeholder 3"/>
          <p:cNvSpPr>
            <a:spLocks noGrp="1"/>
          </p:cNvSpPr>
          <p:nvPr>
            <p:ph type="sldNum" sz="quarter" idx="5"/>
          </p:nvPr>
        </p:nvSpPr>
        <p:spPr/>
        <p:txBody>
          <a:bodyPr/>
          <a:lstStyle/>
          <a:p>
            <a:fld id="{7C655621-BB3A-4FD8-9F2D-99DAB64DC017}" type="slidenum">
              <a:rPr lang="en-US" smtClean="0"/>
              <a:t>2</a:t>
            </a:fld>
            <a:endParaRPr lang="en-US"/>
          </a:p>
        </p:txBody>
      </p:sp>
    </p:spTree>
    <p:extLst>
      <p:ext uri="{BB962C8B-B14F-4D97-AF65-F5344CB8AC3E}">
        <p14:creationId xmlns:p14="http://schemas.microsoft.com/office/powerpoint/2010/main" val="353251660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vi-VN" b="0" i="0" dirty="0">
                <a:solidFill>
                  <a:srgbClr val="000000"/>
                </a:solidFill>
                <a:effectLst/>
                <a:latin typeface="Times New Roman" panose="02020603050405020304" pitchFamily="18" charset="0"/>
                <a:cs typeface="Times New Roman" panose="02020603050405020304" pitchFamily="18" charset="0"/>
              </a:rPr>
              <a:t>Theo báo cáo của Momentum Works năm 2026, thị trường giao đồ ăn trực tuyến tại Việt Nam năm 2025 đạt khoảng </a:t>
            </a:r>
            <a:r>
              <a:rPr lang="vi-VN" b="1" i="0" dirty="0">
                <a:solidFill>
                  <a:srgbClr val="000000"/>
                </a:solidFill>
                <a:effectLst/>
                <a:latin typeface="Times New Roman" panose="02020603050405020304" pitchFamily="18" charset="0"/>
                <a:cs typeface="Times New Roman" panose="02020603050405020304" pitchFamily="18" charset="0"/>
              </a:rPr>
              <a:t>2,1 tỷ USD</a:t>
            </a:r>
            <a:r>
              <a:rPr lang="vi-VN" b="0" i="0" dirty="0">
                <a:solidFill>
                  <a:srgbClr val="000000"/>
                </a:solidFill>
                <a:effectLst/>
                <a:latin typeface="Times New Roman" panose="02020603050405020304" pitchFamily="18" charset="0"/>
                <a:cs typeface="Times New Roman" panose="02020603050405020304" pitchFamily="18" charset="0"/>
              </a:rPr>
              <a:t>, tăng </a:t>
            </a:r>
            <a:r>
              <a:rPr lang="vi-VN" b="1" i="0" dirty="0">
                <a:solidFill>
                  <a:srgbClr val="000000"/>
                </a:solidFill>
                <a:effectLst/>
                <a:latin typeface="Times New Roman" panose="02020603050405020304" pitchFamily="18" charset="0"/>
                <a:cs typeface="Times New Roman" panose="02020603050405020304" pitchFamily="18" charset="0"/>
              </a:rPr>
              <a:t>19% so với năm trước</a:t>
            </a:r>
            <a:r>
              <a:rPr lang="vi-VN" b="0" i="0" dirty="0">
                <a:solidFill>
                  <a:srgbClr val="000000"/>
                </a:solidFill>
                <a:effectLst/>
                <a:latin typeface="Times New Roman" panose="02020603050405020304" pitchFamily="18" charset="0"/>
                <a:cs typeface="Times New Roman" panose="02020603050405020304" pitchFamily="18" charset="0"/>
              </a:rPr>
              <a:t>, và được dự báo có thể đạt </a:t>
            </a:r>
            <a:r>
              <a:rPr lang="vi-VN" b="1" i="0" dirty="0">
                <a:solidFill>
                  <a:srgbClr val="000000"/>
                </a:solidFill>
                <a:effectLst/>
                <a:latin typeface="Times New Roman" panose="02020603050405020304" pitchFamily="18" charset="0"/>
                <a:cs typeface="Times New Roman" panose="02020603050405020304" pitchFamily="18" charset="0"/>
              </a:rPr>
              <a:t>9 tỷ USD vào năm 2030</a:t>
            </a:r>
            <a:r>
              <a:rPr lang="vi-VN" b="0" i="0" dirty="0">
                <a:solidFill>
                  <a:srgbClr val="000000"/>
                </a:solidFill>
                <a:effectLst/>
                <a:latin typeface="Times New Roman" panose="02020603050405020304" pitchFamily="18" charset="0"/>
                <a:cs typeface="Times New Roman" panose="02020603050405020304" pitchFamily="18" charset="0"/>
              </a:rPr>
              <a:t>. Điều này cho thấy đây là một lĩnh vực đang phát triển rất nhanh và còn nhiều tiềm năng.</a:t>
            </a:r>
          </a:p>
          <a:p>
            <a:pPr algn="l"/>
            <a:r>
              <a:rPr lang="vi-VN" b="0" i="0" dirty="0">
                <a:solidFill>
                  <a:srgbClr val="000000"/>
                </a:solidFill>
                <a:effectLst/>
                <a:latin typeface="Times New Roman" panose="02020603050405020304" pitchFamily="18" charset="0"/>
                <a:cs typeface="Times New Roman" panose="02020603050405020304" pitchFamily="18" charset="0"/>
              </a:rPr>
              <a:t>Tuy nhiên, hiện nay thị trường gần như do </a:t>
            </a:r>
            <a:r>
              <a:rPr lang="vi-VN" b="1" i="0" dirty="0">
                <a:solidFill>
                  <a:srgbClr val="000000"/>
                </a:solidFill>
                <a:effectLst/>
                <a:latin typeface="Times New Roman" panose="02020603050405020304" pitchFamily="18" charset="0"/>
                <a:cs typeface="Times New Roman" panose="02020603050405020304" pitchFamily="18" charset="0"/>
              </a:rPr>
              <a:t>GrabFood và ShopeeFood</a:t>
            </a:r>
            <a:r>
              <a:rPr lang="vi-VN" b="0" i="0" dirty="0">
                <a:solidFill>
                  <a:srgbClr val="000000"/>
                </a:solidFill>
                <a:effectLst/>
                <a:latin typeface="Times New Roman" panose="02020603050405020304" pitchFamily="18" charset="0"/>
                <a:cs typeface="Times New Roman" panose="02020603050405020304" pitchFamily="18" charset="0"/>
              </a:rPr>
              <a:t> chiếm lĩnh với khoảng </a:t>
            </a:r>
            <a:r>
              <a:rPr lang="vi-VN" b="1" i="0" dirty="0">
                <a:solidFill>
                  <a:srgbClr val="000000"/>
                </a:solidFill>
                <a:effectLst/>
                <a:latin typeface="Times New Roman" panose="02020603050405020304" pitchFamily="18" charset="0"/>
                <a:cs typeface="Times New Roman" panose="02020603050405020304" pitchFamily="18" charset="0"/>
              </a:rPr>
              <a:t>96% thị phần</a:t>
            </a:r>
            <a:r>
              <a:rPr lang="vi-VN" b="0" i="0" dirty="0">
                <a:solidFill>
                  <a:srgbClr val="000000"/>
                </a:solidFill>
                <a:effectLst/>
                <a:latin typeface="Times New Roman" panose="02020603050405020304" pitchFamily="18" charset="0"/>
                <a:cs typeface="Times New Roman" panose="02020603050405020304" pitchFamily="18" charset="0"/>
              </a:rPr>
              <a:t>. Vì phụ thuộc vào các nền tảng trung gian này, nhiều nhà hàng — đặc biệt là các quán vừa và nhỏ — phải chịu mức phí dịch vụ từ </a:t>
            </a:r>
            <a:r>
              <a:rPr lang="vi-VN" b="1" i="0" dirty="0">
                <a:solidFill>
                  <a:srgbClr val="000000"/>
                </a:solidFill>
                <a:effectLst/>
                <a:latin typeface="Times New Roman" panose="02020603050405020304" pitchFamily="18" charset="0"/>
                <a:cs typeface="Times New Roman" panose="02020603050405020304" pitchFamily="18" charset="0"/>
              </a:rPr>
              <a:t>20 đến 30% trên mỗi đơn hàng</a:t>
            </a:r>
            <a:r>
              <a:rPr lang="vi-VN" b="0" i="0" dirty="0">
                <a:solidFill>
                  <a:srgbClr val="000000"/>
                </a:solidFill>
                <a:effectLst/>
                <a:latin typeface="Times New Roman" panose="02020603050405020304" pitchFamily="18" charset="0"/>
                <a:cs typeface="Times New Roman" panose="02020603050405020304" pitchFamily="18" charset="0"/>
              </a:rPr>
              <a:t>, gây ảnh hưởng đáng kể đến lợi nhuận kinh doanh.</a:t>
            </a:r>
          </a:p>
          <a:p>
            <a:pPr algn="l"/>
            <a:r>
              <a:rPr lang="vi-VN" b="0" i="0" dirty="0">
                <a:solidFill>
                  <a:srgbClr val="000000"/>
                </a:solidFill>
                <a:effectLst/>
                <a:latin typeface="Times New Roman" panose="02020603050405020304" pitchFamily="18" charset="0"/>
                <a:cs typeface="Times New Roman" panose="02020603050405020304" pitchFamily="18" charset="0"/>
              </a:rPr>
              <a:t>Từ thực tế đó, em nhận thấy vẫn còn cơ hội để xây dựng một nền tảng mới giúp </a:t>
            </a:r>
            <a:r>
              <a:rPr lang="vi-VN" b="1" i="0" dirty="0">
                <a:solidFill>
                  <a:srgbClr val="000000"/>
                </a:solidFill>
                <a:effectLst/>
                <a:latin typeface="Times New Roman" panose="02020603050405020304" pitchFamily="18" charset="0"/>
                <a:cs typeface="Times New Roman" panose="02020603050405020304" pitchFamily="18" charset="0"/>
              </a:rPr>
              <a:t>kết nối trực tiếp hơn giữa nhà hàng, khách hàng và tài xế</a:t>
            </a:r>
            <a:r>
              <a:rPr lang="vi-VN" b="0" i="0" dirty="0">
                <a:solidFill>
                  <a:srgbClr val="000000"/>
                </a:solidFill>
                <a:effectLst/>
                <a:latin typeface="Times New Roman" panose="02020603050405020304" pitchFamily="18" charset="0"/>
                <a:cs typeface="Times New Roman" panose="02020603050405020304" pitchFamily="18" charset="0"/>
              </a:rPr>
              <a:t>, giảm sự phụ thuộc vào trung gian và tối ưu chi phí vận hành.</a:t>
            </a:r>
          </a:p>
          <a:p>
            <a:pPr algn="l"/>
            <a:r>
              <a:rPr lang="vi-VN" b="0" i="0" dirty="0">
                <a:solidFill>
                  <a:srgbClr val="000000"/>
                </a:solidFill>
                <a:effectLst/>
                <a:latin typeface="Times New Roman" panose="02020603050405020304" pitchFamily="18" charset="0"/>
                <a:cs typeface="Times New Roman" panose="02020603050405020304" pitchFamily="18" charset="0"/>
              </a:rPr>
              <a:t>Đó cũng chính là lý do em lựa chọn đề tài này — vừa mang ý nghĩa thực tiễn, vừa là cơ hội để em áp dụng và tích hợp nhiều công nghệ hiện đại vào một sản phẩm hoàn chỉnh.</a:t>
            </a:r>
          </a:p>
          <a:p>
            <a:pPr algn="l"/>
            <a:r>
              <a:rPr lang="en-US" b="1" i="0" dirty="0" err="1">
                <a:solidFill>
                  <a:srgbClr val="000000"/>
                </a:solidFill>
                <a:effectLst/>
                <a:latin typeface="Times New Roman" panose="02020603050405020304" pitchFamily="18" charset="0"/>
                <a:cs typeface="Times New Roman" panose="02020603050405020304" pitchFamily="18" charset="0"/>
              </a:rPr>
              <a:t>Về</a:t>
            </a:r>
            <a:r>
              <a:rPr lang="en-US" b="1" i="0" dirty="0">
                <a:solidFill>
                  <a:srgbClr val="000000"/>
                </a:solidFill>
                <a:effectLst/>
                <a:latin typeface="Times New Roman" panose="02020603050405020304" pitchFamily="18" charset="0"/>
                <a:cs typeface="Times New Roman" panose="02020603050405020304" pitchFamily="18" charset="0"/>
              </a:rPr>
              <a:t> </a:t>
            </a:r>
            <a:r>
              <a:rPr lang="en-US" b="1" i="0" dirty="0" err="1">
                <a:solidFill>
                  <a:srgbClr val="000000"/>
                </a:solidFill>
                <a:effectLst/>
                <a:latin typeface="Times New Roman" panose="02020603050405020304" pitchFamily="18" charset="0"/>
                <a:cs typeface="Times New Roman" panose="02020603050405020304" pitchFamily="18" charset="0"/>
              </a:rPr>
              <a:t>mục</a:t>
            </a:r>
            <a:r>
              <a:rPr lang="en-US" b="1" i="0" dirty="0">
                <a:solidFill>
                  <a:srgbClr val="000000"/>
                </a:solidFill>
                <a:effectLst/>
                <a:latin typeface="Times New Roman" panose="02020603050405020304" pitchFamily="18" charset="0"/>
                <a:cs typeface="Times New Roman" panose="02020603050405020304" pitchFamily="18" charset="0"/>
              </a:rPr>
              <a:t> </a:t>
            </a:r>
            <a:r>
              <a:rPr lang="en-US" b="1" i="0" dirty="0" err="1">
                <a:solidFill>
                  <a:srgbClr val="000000"/>
                </a:solidFill>
                <a:effectLst/>
                <a:latin typeface="Times New Roman" panose="02020603050405020304" pitchFamily="18" charset="0"/>
                <a:cs typeface="Times New Roman" panose="02020603050405020304" pitchFamily="18" charset="0"/>
              </a:rPr>
              <a:t>tiêu</a:t>
            </a:r>
            <a:r>
              <a:rPr lang="en-US" b="1" i="0" dirty="0">
                <a:solidFill>
                  <a:srgbClr val="000000"/>
                </a:solidFill>
                <a:effectLst/>
                <a:latin typeface="Times New Roman" panose="02020603050405020304" pitchFamily="18" charset="0"/>
                <a:cs typeface="Times New Roman" panose="02020603050405020304" pitchFamily="18" charset="0"/>
              </a:rPr>
              <a:t> </a:t>
            </a:r>
            <a:r>
              <a:rPr lang="en-US" b="1" i="0" dirty="0" err="1">
                <a:solidFill>
                  <a:srgbClr val="000000"/>
                </a:solidFill>
                <a:effectLst/>
                <a:latin typeface="Times New Roman" panose="02020603050405020304" pitchFamily="18" charset="0"/>
                <a:cs typeface="Times New Roman" panose="02020603050405020304" pitchFamily="18" charset="0"/>
              </a:rPr>
              <a:t>của</a:t>
            </a:r>
            <a:r>
              <a:rPr lang="en-US" b="1" i="0" dirty="0">
                <a:solidFill>
                  <a:srgbClr val="000000"/>
                </a:solidFill>
                <a:effectLst/>
                <a:latin typeface="Times New Roman" panose="02020603050405020304" pitchFamily="18" charset="0"/>
                <a:cs typeface="Times New Roman" panose="02020603050405020304" pitchFamily="18" charset="0"/>
              </a:rPr>
              <a:t> </a:t>
            </a:r>
            <a:r>
              <a:rPr lang="en-US" b="1" i="0" dirty="0" err="1">
                <a:solidFill>
                  <a:srgbClr val="000000"/>
                </a:solidFill>
                <a:effectLst/>
                <a:latin typeface="Times New Roman" panose="02020603050405020304" pitchFamily="18" charset="0"/>
                <a:cs typeface="Times New Roman" panose="02020603050405020304" pitchFamily="18" charset="0"/>
              </a:rPr>
              <a:t>đề</a:t>
            </a:r>
            <a:r>
              <a:rPr lang="en-US" b="1" i="0" dirty="0">
                <a:solidFill>
                  <a:srgbClr val="000000"/>
                </a:solidFill>
                <a:effectLst/>
                <a:latin typeface="Times New Roman" panose="02020603050405020304" pitchFamily="18" charset="0"/>
                <a:cs typeface="Times New Roman" panose="02020603050405020304" pitchFamily="18" charset="0"/>
              </a:rPr>
              <a:t> </a:t>
            </a:r>
            <a:r>
              <a:rPr lang="en-US" b="1" i="0" dirty="0" err="1">
                <a:solidFill>
                  <a:srgbClr val="000000"/>
                </a:solidFill>
                <a:effectLst/>
                <a:latin typeface="Times New Roman" panose="02020603050405020304" pitchFamily="18" charset="0"/>
                <a:cs typeface="Times New Roman" panose="02020603050405020304" pitchFamily="18" charset="0"/>
              </a:rPr>
              <a:t>tài</a:t>
            </a:r>
            <a:endParaRPr lang="en-US" b="0" i="0" dirty="0">
              <a:solidFill>
                <a:srgbClr val="000000"/>
              </a:solidFill>
              <a:effectLst/>
              <a:latin typeface="Times New Roman" panose="02020603050405020304" pitchFamily="18" charset="0"/>
              <a:cs typeface="Times New Roman" panose="02020603050405020304" pitchFamily="18" charset="0"/>
            </a:endParaRPr>
          </a:p>
          <a:p>
            <a:pPr algn="l"/>
            <a:r>
              <a:rPr lang="en-US" b="0" i="0" dirty="0" err="1">
                <a:solidFill>
                  <a:srgbClr val="000000"/>
                </a:solidFill>
                <a:effectLst/>
                <a:latin typeface="Times New Roman" panose="02020603050405020304" pitchFamily="18" charset="0"/>
                <a:cs typeface="Times New Roman" panose="02020603050405020304" pitchFamily="18" charset="0"/>
              </a:rPr>
              <a:t>Trong</a:t>
            </a:r>
            <a:r>
              <a:rPr lang="en-US" b="0" i="0" dirty="0">
                <a:solidFill>
                  <a:srgbClr val="000000"/>
                </a:solidFill>
                <a:effectLst/>
                <a:latin typeface="Times New Roman" panose="02020603050405020304" pitchFamily="18" charset="0"/>
                <a:cs typeface="Times New Roman" panose="02020603050405020304" pitchFamily="18" charset="0"/>
              </a:rPr>
              <a:t> </a:t>
            </a:r>
            <a:r>
              <a:rPr lang="en-US" b="0" i="0" dirty="0" err="1">
                <a:solidFill>
                  <a:srgbClr val="000000"/>
                </a:solidFill>
                <a:effectLst/>
                <a:latin typeface="Times New Roman" panose="02020603050405020304" pitchFamily="18" charset="0"/>
                <a:cs typeface="Times New Roman" panose="02020603050405020304" pitchFamily="18" charset="0"/>
              </a:rPr>
              <a:t>đề</a:t>
            </a:r>
            <a:r>
              <a:rPr lang="en-US" b="0" i="0" dirty="0">
                <a:solidFill>
                  <a:srgbClr val="000000"/>
                </a:solidFill>
                <a:effectLst/>
                <a:latin typeface="Times New Roman" panose="02020603050405020304" pitchFamily="18" charset="0"/>
                <a:cs typeface="Times New Roman" panose="02020603050405020304" pitchFamily="18" charset="0"/>
              </a:rPr>
              <a:t> </a:t>
            </a:r>
            <a:r>
              <a:rPr lang="en-US" b="0" i="0" dirty="0" err="1">
                <a:solidFill>
                  <a:srgbClr val="000000"/>
                </a:solidFill>
                <a:effectLst/>
                <a:latin typeface="Times New Roman" panose="02020603050405020304" pitchFamily="18" charset="0"/>
                <a:cs typeface="Times New Roman" panose="02020603050405020304" pitchFamily="18" charset="0"/>
              </a:rPr>
              <a:t>tài</a:t>
            </a:r>
            <a:r>
              <a:rPr lang="en-US" b="0" i="0" dirty="0">
                <a:solidFill>
                  <a:srgbClr val="000000"/>
                </a:solidFill>
                <a:effectLst/>
                <a:latin typeface="Times New Roman" panose="02020603050405020304" pitchFamily="18" charset="0"/>
                <a:cs typeface="Times New Roman" panose="02020603050405020304" pitchFamily="18" charset="0"/>
              </a:rPr>
              <a:t> </a:t>
            </a:r>
            <a:r>
              <a:rPr lang="en-US" b="0" i="0" dirty="0" err="1">
                <a:solidFill>
                  <a:srgbClr val="000000"/>
                </a:solidFill>
                <a:effectLst/>
                <a:latin typeface="Times New Roman" panose="02020603050405020304" pitchFamily="18" charset="0"/>
                <a:cs typeface="Times New Roman" panose="02020603050405020304" pitchFamily="18" charset="0"/>
              </a:rPr>
              <a:t>này</a:t>
            </a:r>
            <a:r>
              <a:rPr lang="en-US" b="0" i="0" dirty="0">
                <a:solidFill>
                  <a:srgbClr val="000000"/>
                </a:solidFill>
                <a:effectLst/>
                <a:latin typeface="Times New Roman" panose="02020603050405020304" pitchFamily="18" charset="0"/>
                <a:cs typeface="Times New Roman" panose="02020603050405020304" pitchFamily="18" charset="0"/>
              </a:rPr>
              <a:t>, </a:t>
            </a:r>
            <a:r>
              <a:rPr lang="en-US" b="0" i="0" dirty="0" err="1">
                <a:solidFill>
                  <a:srgbClr val="000000"/>
                </a:solidFill>
                <a:effectLst/>
                <a:latin typeface="Times New Roman" panose="02020603050405020304" pitchFamily="18" charset="0"/>
                <a:cs typeface="Times New Roman" panose="02020603050405020304" pitchFamily="18" charset="0"/>
              </a:rPr>
              <a:t>em</a:t>
            </a:r>
            <a:r>
              <a:rPr lang="en-US" b="0" i="0" dirty="0">
                <a:solidFill>
                  <a:srgbClr val="000000"/>
                </a:solidFill>
                <a:effectLst/>
                <a:latin typeface="Times New Roman" panose="02020603050405020304" pitchFamily="18" charset="0"/>
                <a:cs typeface="Times New Roman" panose="02020603050405020304" pitchFamily="18" charset="0"/>
              </a:rPr>
              <a:t> </a:t>
            </a:r>
            <a:r>
              <a:rPr lang="en-US" b="0" i="0" dirty="0" err="1">
                <a:solidFill>
                  <a:srgbClr val="000000"/>
                </a:solidFill>
                <a:effectLst/>
                <a:latin typeface="Times New Roman" panose="02020603050405020304" pitchFamily="18" charset="0"/>
                <a:cs typeface="Times New Roman" panose="02020603050405020304" pitchFamily="18" charset="0"/>
              </a:rPr>
              <a:t>đặt</a:t>
            </a:r>
            <a:r>
              <a:rPr lang="en-US" b="0" i="0" dirty="0">
                <a:solidFill>
                  <a:srgbClr val="000000"/>
                </a:solidFill>
                <a:effectLst/>
                <a:latin typeface="Times New Roman" panose="02020603050405020304" pitchFamily="18" charset="0"/>
                <a:cs typeface="Times New Roman" panose="02020603050405020304" pitchFamily="18" charset="0"/>
              </a:rPr>
              <a:t> </a:t>
            </a:r>
            <a:r>
              <a:rPr lang="en-US" b="0" i="0" dirty="0" err="1">
                <a:solidFill>
                  <a:srgbClr val="000000"/>
                </a:solidFill>
                <a:effectLst/>
                <a:latin typeface="Times New Roman" panose="02020603050405020304" pitchFamily="18" charset="0"/>
                <a:cs typeface="Times New Roman" panose="02020603050405020304" pitchFamily="18" charset="0"/>
              </a:rPr>
              <a:t>ra</a:t>
            </a:r>
            <a:r>
              <a:rPr lang="en-US" b="0" i="0" dirty="0">
                <a:solidFill>
                  <a:srgbClr val="000000"/>
                </a:solidFill>
                <a:effectLst/>
                <a:latin typeface="Times New Roman" panose="02020603050405020304" pitchFamily="18" charset="0"/>
                <a:cs typeface="Times New Roman" panose="02020603050405020304" pitchFamily="18" charset="0"/>
              </a:rPr>
              <a:t> </a:t>
            </a:r>
            <a:r>
              <a:rPr lang="en-US" b="0" i="0" dirty="0" err="1">
                <a:solidFill>
                  <a:srgbClr val="000000"/>
                </a:solidFill>
                <a:effectLst/>
                <a:latin typeface="Times New Roman" panose="02020603050405020304" pitchFamily="18" charset="0"/>
                <a:cs typeface="Times New Roman" panose="02020603050405020304" pitchFamily="18" charset="0"/>
              </a:rPr>
              <a:t>bốn</a:t>
            </a:r>
            <a:r>
              <a:rPr lang="en-US" b="0" i="0" dirty="0">
                <a:solidFill>
                  <a:srgbClr val="000000"/>
                </a:solidFill>
                <a:effectLst/>
                <a:latin typeface="Times New Roman" panose="02020603050405020304" pitchFamily="18" charset="0"/>
                <a:cs typeface="Times New Roman" panose="02020603050405020304" pitchFamily="18" charset="0"/>
              </a:rPr>
              <a:t> </a:t>
            </a:r>
            <a:r>
              <a:rPr lang="en-US" b="0" i="0" dirty="0" err="1">
                <a:solidFill>
                  <a:srgbClr val="000000"/>
                </a:solidFill>
                <a:effectLst/>
                <a:latin typeface="Times New Roman" panose="02020603050405020304" pitchFamily="18" charset="0"/>
                <a:cs typeface="Times New Roman" panose="02020603050405020304" pitchFamily="18" charset="0"/>
              </a:rPr>
              <a:t>mục</a:t>
            </a:r>
            <a:r>
              <a:rPr lang="en-US" b="0" i="0" dirty="0">
                <a:solidFill>
                  <a:srgbClr val="000000"/>
                </a:solidFill>
                <a:effectLst/>
                <a:latin typeface="Times New Roman" panose="02020603050405020304" pitchFamily="18" charset="0"/>
                <a:cs typeface="Times New Roman" panose="02020603050405020304" pitchFamily="18" charset="0"/>
              </a:rPr>
              <a:t> </a:t>
            </a:r>
            <a:r>
              <a:rPr lang="en-US" b="0" i="0" dirty="0" err="1">
                <a:solidFill>
                  <a:srgbClr val="000000"/>
                </a:solidFill>
                <a:effectLst/>
                <a:latin typeface="Times New Roman" panose="02020603050405020304" pitchFamily="18" charset="0"/>
                <a:cs typeface="Times New Roman" panose="02020603050405020304" pitchFamily="18" charset="0"/>
              </a:rPr>
              <a:t>tiêu</a:t>
            </a:r>
            <a:r>
              <a:rPr lang="en-US" b="0" i="0" dirty="0">
                <a:solidFill>
                  <a:srgbClr val="000000"/>
                </a:solidFill>
                <a:effectLst/>
                <a:latin typeface="Times New Roman" panose="02020603050405020304" pitchFamily="18" charset="0"/>
                <a:cs typeface="Times New Roman" panose="02020603050405020304" pitchFamily="18" charset="0"/>
              </a:rPr>
              <a:t> </a:t>
            </a:r>
            <a:r>
              <a:rPr lang="en-US" b="0" i="0" dirty="0" err="1">
                <a:solidFill>
                  <a:srgbClr val="000000"/>
                </a:solidFill>
                <a:effectLst/>
                <a:latin typeface="Times New Roman" panose="02020603050405020304" pitchFamily="18" charset="0"/>
                <a:cs typeface="Times New Roman" panose="02020603050405020304" pitchFamily="18" charset="0"/>
              </a:rPr>
              <a:t>chính</a:t>
            </a:r>
            <a:r>
              <a:rPr lang="en-US" b="0" i="0" dirty="0">
                <a:solidFill>
                  <a:srgbClr val="000000"/>
                </a:solidFill>
                <a:effectLst/>
                <a:latin typeface="Times New Roman" panose="02020603050405020304" pitchFamily="18" charset="0"/>
                <a:cs typeface="Times New Roman" panose="02020603050405020304" pitchFamily="18" charset="0"/>
              </a:rPr>
              <a:t>:</a:t>
            </a:r>
          </a:p>
          <a:p>
            <a:endParaRPr lang="en-US" sz="1200" dirty="0">
              <a:latin typeface="Times New Roman" panose="02020603050405020304" pitchFamily="18" charset="0"/>
              <a:ea typeface="Cambria" panose="02040503050406030204" pitchFamily="18" charset="0"/>
              <a:cs typeface="Times New Roman" panose="02020603050405020304" pitchFamily="18" charset="0"/>
            </a:endParaRPr>
          </a:p>
          <a:p>
            <a:endParaRPr lang="vi-VN" dirty="0">
              <a:latin typeface="Times New Roman" panose="02020603050405020304" pitchFamily="18" charset="0"/>
              <a:cs typeface="Times New Roman" panose="02020603050405020304" pitchFamily="18" charset="0"/>
            </a:endParaRPr>
          </a:p>
        </p:txBody>
      </p:sp>
      <p:sp>
        <p:nvSpPr>
          <p:cNvPr id="4" name="Slide Number Placeholder 3"/>
          <p:cNvSpPr>
            <a:spLocks noGrp="1"/>
          </p:cNvSpPr>
          <p:nvPr>
            <p:ph type="sldNum" sz="quarter" idx="5"/>
          </p:nvPr>
        </p:nvSpPr>
        <p:spPr/>
        <p:txBody>
          <a:bodyPr/>
          <a:lstStyle/>
          <a:p>
            <a:fld id="{7C655621-BB3A-4FD8-9F2D-99DAB64DC017}" type="slidenum">
              <a:rPr lang="en-US" smtClean="0"/>
              <a:t>3</a:t>
            </a:fld>
            <a:endParaRPr lang="en-US"/>
          </a:p>
        </p:txBody>
      </p:sp>
    </p:spTree>
    <p:extLst>
      <p:ext uri="{BB962C8B-B14F-4D97-AF65-F5344CB8AC3E}">
        <p14:creationId xmlns:p14="http://schemas.microsoft.com/office/powerpoint/2010/main" val="411636666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vi-VN" sz="8000" b="1" i="0" dirty="0">
                <a:solidFill>
                  <a:srgbClr val="616161"/>
                </a:solidFill>
                <a:effectLst/>
                <a:latin typeface="+mj-lt"/>
              </a:rPr>
              <a:t>Flutter/Dart</a:t>
            </a:r>
            <a:r>
              <a:rPr lang="vi-VN" sz="8000" b="0" i="0" dirty="0">
                <a:solidFill>
                  <a:srgbClr val="616161"/>
                </a:solidFill>
                <a:effectLst/>
                <a:latin typeface="+mj-lt"/>
              </a:rPr>
              <a:t> được chọn cho frontend vì Flutter cho phép viết một lần, biên dịch ra ứng dụng native cho cả iOS lẫn Android. So với React Native thì Flutter không phải đi qua JavaScript Bridge nên hiệu năng cao hơn và giao diện nhất quán hơn giữa hai nền tảng. Đây cũng là framework Google duy trì nên hệ sinh thái rất mạnh.*</a:t>
            </a:r>
          </a:p>
          <a:p>
            <a:pPr algn="l"/>
            <a:r>
              <a:rPr lang="vi-VN" sz="8000" b="1" i="0" dirty="0">
                <a:solidFill>
                  <a:srgbClr val="616161"/>
                </a:solidFill>
                <a:effectLst/>
                <a:latin typeface="+mj-lt"/>
              </a:rPr>
              <a:t>Node.js + Express.js</a:t>
            </a:r>
            <a:r>
              <a:rPr lang="vi-VN" sz="8000" b="0" i="0" dirty="0">
                <a:solidFill>
                  <a:srgbClr val="616161"/>
                </a:solidFill>
                <a:effectLst/>
                <a:latin typeface="+mj-lt"/>
              </a:rPr>
              <a:t> cho backend vì Node.js có kiến trúc không phải chờ xong một request mới xử lý request tiếp theo. Điều này đặc biệt phù hợp với hệ thống giao hàng, vì lúc cao điểm có thể có hàng trăm đơn hàng được cập nhật trạng thái đồng thời.*</a:t>
            </a:r>
          </a:p>
          <a:p>
            <a:pPr algn="l"/>
            <a:r>
              <a:rPr lang="vi-VN" sz="8000" b="1" i="0" dirty="0">
                <a:solidFill>
                  <a:srgbClr val="616161"/>
                </a:solidFill>
                <a:effectLst/>
                <a:latin typeface="+mj-lt"/>
              </a:rPr>
              <a:t>Prisma ORM</a:t>
            </a:r>
            <a:r>
              <a:rPr lang="vi-VN" sz="8000" b="0" i="0" dirty="0">
                <a:solidFill>
                  <a:srgbClr val="616161"/>
                </a:solidFill>
                <a:effectLst/>
                <a:latin typeface="+mj-lt"/>
              </a:rPr>
              <a:t> giúp em tương tác với database thông qua code có type-safe thay vì viết SQL thủ công — vừa giảm lỗi runtime, vừa hỗ trợ tự động sinh migration khi schema thay đổi.*</a:t>
            </a:r>
          </a:p>
          <a:p>
            <a:pPr algn="l"/>
            <a:r>
              <a:rPr lang="vi-VN" sz="8000" b="1" i="0" dirty="0">
                <a:solidFill>
                  <a:srgbClr val="616161"/>
                </a:solidFill>
                <a:effectLst/>
                <a:latin typeface="+mj-lt"/>
              </a:rPr>
              <a:t>Supabase</a:t>
            </a:r>
            <a:r>
              <a:rPr lang="vi-VN" sz="8000" b="0" i="0" dirty="0">
                <a:solidFill>
                  <a:srgbClr val="616161"/>
                </a:solidFill>
                <a:effectLst/>
                <a:latin typeface="+mj-lt"/>
              </a:rPr>
              <a:t> em dùng cho hai mục đích: host PostgreSQL và quan trọng hơn là dùng </a:t>
            </a:r>
            <a:r>
              <a:rPr lang="vi-VN" sz="8000" b="1" i="0" dirty="0">
                <a:solidFill>
                  <a:srgbClr val="616161"/>
                </a:solidFill>
                <a:effectLst/>
                <a:latin typeface="+mj-lt"/>
              </a:rPr>
              <a:t>Supabase Realtime</a:t>
            </a:r>
            <a:r>
              <a:rPr lang="vi-VN" sz="8000" b="0" i="0" dirty="0">
                <a:solidFill>
                  <a:srgbClr val="616161"/>
                </a:solidFill>
                <a:effectLst/>
                <a:latin typeface="+mj-lt"/>
              </a:rPr>
              <a:t>. Khi tài xế cập nhật vị trí, dữ liệu được đẩy xuống app khách hàng ngay lập tức mà không cần app phải liên tục gửi request polling lên server — đây là điểm kỹ thuật cốt lõi của hệ thống.*</a:t>
            </a:r>
          </a:p>
          <a:p>
            <a:pPr algn="l"/>
            <a:r>
              <a:rPr lang="vi-VN" sz="8000" b="1" i="0" dirty="0">
                <a:solidFill>
                  <a:srgbClr val="616161"/>
                </a:solidFill>
                <a:effectLst/>
                <a:latin typeface="+mj-lt"/>
              </a:rPr>
              <a:t>Firebase Auth</a:t>
            </a:r>
            <a:r>
              <a:rPr lang="vi-VN" sz="8000" b="0" i="0" dirty="0">
                <a:solidFill>
                  <a:srgbClr val="616161"/>
                </a:solidFill>
                <a:effectLst/>
                <a:latin typeface="+mj-lt"/>
              </a:rPr>
              <a:t> xử lý xác thực người dùng hỗ trợ Email, Google Sign-In và OTP — giúp em không cần tự xây dựng hệ thống auth từ đầu mà vẫn đảm bảo bảo mật chuẩn công nghiệp.*</a:t>
            </a:r>
          </a:p>
          <a:p>
            <a:pPr algn="l"/>
            <a:r>
              <a:rPr lang="vi-VN" sz="8000" b="1" i="0" dirty="0">
                <a:solidFill>
                  <a:srgbClr val="616161"/>
                </a:solidFill>
                <a:effectLst/>
                <a:latin typeface="+mj-lt"/>
              </a:rPr>
              <a:t>OpenStreetMap</a:t>
            </a:r>
            <a:r>
              <a:rPr lang="vi-VN" sz="8000" b="0" i="0" dirty="0">
                <a:solidFill>
                  <a:srgbClr val="616161"/>
                </a:solidFill>
                <a:effectLst/>
                <a:latin typeface="+mj-lt"/>
              </a:rPr>
              <a:t> thay thế Google Maps để hiển thị bản đồ — lợi thế lớn nhất là hoàn toàn miễn phí và không giới hạn số lượng request."*</a:t>
            </a:r>
          </a:p>
          <a:p>
            <a:endParaRPr lang="en-US" sz="6000" dirty="0">
              <a:latin typeface="+mj-lt"/>
            </a:endParaRPr>
          </a:p>
        </p:txBody>
      </p:sp>
      <p:sp>
        <p:nvSpPr>
          <p:cNvPr id="4" name="Slide Number Placeholder 3"/>
          <p:cNvSpPr>
            <a:spLocks noGrp="1"/>
          </p:cNvSpPr>
          <p:nvPr>
            <p:ph type="sldNum" sz="quarter" idx="5"/>
          </p:nvPr>
        </p:nvSpPr>
        <p:spPr/>
        <p:txBody>
          <a:bodyPr/>
          <a:lstStyle/>
          <a:p>
            <a:fld id="{7C655621-BB3A-4FD8-9F2D-99DAB64DC017}" type="slidenum">
              <a:rPr lang="en-US" smtClean="0"/>
              <a:t>4</a:t>
            </a:fld>
            <a:endParaRPr lang="en-US"/>
          </a:p>
        </p:txBody>
      </p:sp>
    </p:spTree>
    <p:extLst>
      <p:ext uri="{BB962C8B-B14F-4D97-AF65-F5344CB8AC3E}">
        <p14:creationId xmlns:p14="http://schemas.microsoft.com/office/powerpoint/2010/main" val="146487758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69F87C-E8B9-5843-706E-499EF0E0ABF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615586-93E9-9DD0-DE44-F8661E1CCC1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EE5B48-3224-68B5-5DB1-A3D6D8A07282}"/>
              </a:ext>
            </a:extLst>
          </p:cNvPr>
          <p:cNvSpPr>
            <a:spLocks noGrp="1"/>
          </p:cNvSpPr>
          <p:nvPr>
            <p:ph type="body" idx="1"/>
          </p:nvPr>
        </p:nvSpPr>
        <p:spPr/>
        <p:txBody>
          <a:bodyPr/>
          <a:lstStyle/>
          <a:p>
            <a:pPr algn="l"/>
            <a:r>
              <a:rPr lang="vi-VN" b="0" i="1" dirty="0">
                <a:solidFill>
                  <a:srgbClr val="616161"/>
                </a:solidFill>
                <a:effectLst/>
                <a:latin typeface="Times New Roman" panose="02020603050405020304" pitchFamily="18" charset="0"/>
                <a:cs typeface="Times New Roman" panose="02020603050405020304" pitchFamily="18" charset="0"/>
              </a:rPr>
              <a:t>Hệ thống được xây dựng theo kiến trúc Client-Server 3 tầng — mỗi tầng chỉ chịu trách nhiệm một nhiệm vụ duy nhất, giúp hệ thống dễ bảo trì và mở rộng.</a:t>
            </a:r>
            <a:endParaRPr lang="vi-VN" b="0" i="0" dirty="0">
              <a:solidFill>
                <a:srgbClr val="616161"/>
              </a:solidFill>
              <a:effectLst/>
              <a:latin typeface="Times New Roman" panose="02020603050405020304" pitchFamily="18" charset="0"/>
              <a:cs typeface="Times New Roman" panose="02020603050405020304" pitchFamily="18" charset="0"/>
            </a:endParaRPr>
          </a:p>
          <a:p>
            <a:pPr algn="l"/>
            <a:r>
              <a:rPr lang="vi-VN" b="1" i="0" dirty="0">
                <a:solidFill>
                  <a:srgbClr val="616161"/>
                </a:solidFill>
                <a:effectLst/>
                <a:latin typeface="Times New Roman" panose="02020603050405020304" pitchFamily="18" charset="0"/>
                <a:cs typeface="Times New Roman" panose="02020603050405020304" pitchFamily="18" charset="0"/>
              </a:rPr>
              <a:t>Tầng Presentation</a:t>
            </a:r>
            <a:r>
              <a:rPr lang="vi-VN" b="0" i="0" dirty="0">
                <a:solidFill>
                  <a:srgbClr val="616161"/>
                </a:solidFill>
                <a:effectLst/>
                <a:latin typeface="Times New Roman" panose="02020603050405020304" pitchFamily="18" charset="0"/>
                <a:cs typeface="Times New Roman" panose="02020603050405020304" pitchFamily="18" charset="0"/>
              </a:rPr>
              <a:t> là Flutter App — em chỉ viết một ứng dụng duy nhất nhưng có 3 phân hệ bên trong. Sau khi đăng nhập, hệ thống đọc trường role trong database và tự động điều hướng người dùng vào đúng giao diện: CUSTOMER, RESTAURANT hay SHIPPER.*</a:t>
            </a:r>
          </a:p>
          <a:p>
            <a:pPr algn="l"/>
            <a:r>
              <a:rPr lang="vi-VN" b="1" i="0" dirty="0">
                <a:solidFill>
                  <a:srgbClr val="616161"/>
                </a:solidFill>
                <a:effectLst/>
                <a:latin typeface="Times New Roman" panose="02020603050405020304" pitchFamily="18" charset="0"/>
                <a:cs typeface="Times New Roman" panose="02020603050405020304" pitchFamily="18" charset="0"/>
              </a:rPr>
              <a:t>Tầng Business Logic</a:t>
            </a:r>
            <a:r>
              <a:rPr lang="vi-VN" b="0" i="0" dirty="0">
                <a:solidFill>
                  <a:srgbClr val="616161"/>
                </a:solidFill>
                <a:effectLst/>
                <a:latin typeface="Times New Roman" panose="02020603050405020304" pitchFamily="18" charset="0"/>
                <a:cs typeface="Times New Roman" panose="02020603050405020304" pitchFamily="18" charset="0"/>
              </a:rPr>
              <a:t> là Node.js + Express.js. Backend được tổ chức theo cấu trúc phân tầng rõ ràng: Router tiếp nhận và định tuyến request, Middleware kiểm tra JWT token và phân quyền trước khi request đi vào Controller, Controller là nơi xử lý toàn bộ logic nghiệp vụ.*</a:t>
            </a:r>
          </a:p>
          <a:p>
            <a:pPr algn="l"/>
            <a:r>
              <a:rPr lang="vi-VN" b="1" i="0" dirty="0">
                <a:solidFill>
                  <a:srgbClr val="616161"/>
                </a:solidFill>
                <a:effectLst/>
                <a:latin typeface="Times New Roman" panose="02020603050405020304" pitchFamily="18" charset="0"/>
                <a:cs typeface="Times New Roman" panose="02020603050405020304" pitchFamily="18" charset="0"/>
              </a:rPr>
              <a:t>Tầng Data Access</a:t>
            </a:r>
            <a:r>
              <a:rPr lang="vi-VN" b="0" i="0" dirty="0">
                <a:solidFill>
                  <a:srgbClr val="616161"/>
                </a:solidFill>
                <a:effectLst/>
                <a:latin typeface="Times New Roman" panose="02020603050405020304" pitchFamily="18" charset="0"/>
                <a:cs typeface="Times New Roman" panose="02020603050405020304" pitchFamily="18" charset="0"/>
              </a:rPr>
              <a:t> là Prisma ORM kết nối đến PostgreSQL trên Supabase. Prisma đảm bảo truy vấn an toàn và hỗ trợ transaction để giữ tính toàn vẹn dữ liệu</a:t>
            </a:r>
          </a:p>
          <a:p>
            <a:pPr algn="l"/>
            <a:r>
              <a:rPr lang="vi-VN" b="1" i="0" dirty="0">
                <a:solidFill>
                  <a:srgbClr val="616161"/>
                </a:solidFill>
                <a:effectLst/>
                <a:latin typeface="Times New Roman" panose="02020603050405020304" pitchFamily="18" charset="0"/>
                <a:cs typeface="Times New Roman" panose="02020603050405020304" pitchFamily="18" charset="0"/>
              </a:rPr>
              <a:t>Database gồm 13 bảng</a:t>
            </a:r>
            <a:r>
              <a:rPr lang="vi-VN" b="0" i="0" dirty="0">
                <a:solidFill>
                  <a:srgbClr val="616161"/>
                </a:solidFill>
                <a:effectLst/>
                <a:latin typeface="Times New Roman" panose="02020603050405020304" pitchFamily="18" charset="0"/>
                <a:cs typeface="Times New Roman" panose="02020603050405020304" pitchFamily="18" charset="0"/>
              </a:rPr>
              <a:t>. Bảng users là trung tâm, liên kết với restaurants và shippers. Bảng Food_Option_Group và Food_Option quản lý tùy chọn topping và size của món ăn. Bảng Order và Order_Item lưu toàn bộ thông tin đơn hàng theo từng giao dịch."*</a:t>
            </a:r>
          </a:p>
        </p:txBody>
      </p:sp>
      <p:sp>
        <p:nvSpPr>
          <p:cNvPr id="4" name="Slide Number Placeholder 3">
            <a:extLst>
              <a:ext uri="{FF2B5EF4-FFF2-40B4-BE49-F238E27FC236}">
                <a16:creationId xmlns:a16="http://schemas.microsoft.com/office/drawing/2014/main" id="{45FC125E-8F23-A3D3-F148-4E17A0FBA468}"/>
              </a:ext>
            </a:extLst>
          </p:cNvPr>
          <p:cNvSpPr>
            <a:spLocks noGrp="1"/>
          </p:cNvSpPr>
          <p:nvPr>
            <p:ph type="sldNum" sz="quarter" idx="5"/>
          </p:nvPr>
        </p:nvSpPr>
        <p:spPr/>
        <p:txBody>
          <a:bodyPr/>
          <a:lstStyle/>
          <a:p>
            <a:fld id="{7C655621-BB3A-4FD8-9F2D-99DAB64DC017}" type="slidenum">
              <a:rPr lang="en-US" smtClean="0"/>
              <a:t>5</a:t>
            </a:fld>
            <a:endParaRPr lang="en-US"/>
          </a:p>
        </p:txBody>
      </p:sp>
    </p:spTree>
    <p:extLst>
      <p:ext uri="{BB962C8B-B14F-4D97-AF65-F5344CB8AC3E}">
        <p14:creationId xmlns:p14="http://schemas.microsoft.com/office/powerpoint/2010/main" val="411929592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vi-VN" b="0" i="1" dirty="0">
                <a:solidFill>
                  <a:srgbClr val="616161"/>
                </a:solidFill>
                <a:effectLst/>
                <a:latin typeface="+mj-lt"/>
              </a:rPr>
              <a:t>"Phần thực nghiệm em sẽ đi lần lượt qua 3 phân hệ theo đúng luồng sử dụng thực tế. Bắt đầu với phân hệ Người dùng."</a:t>
            </a:r>
            <a:endParaRPr lang="en-US" sz="1200" dirty="0">
              <a:solidFill>
                <a:srgbClr val="16458C"/>
              </a:solidFill>
              <a:latin typeface="+mj-lt"/>
              <a:ea typeface="Cambria" panose="02040503050406030204" pitchFamily="18" charset="0"/>
              <a:cs typeface="Cambria"/>
              <a:sym typeface="Cambria"/>
            </a:endParaRPr>
          </a:p>
        </p:txBody>
      </p:sp>
      <p:sp>
        <p:nvSpPr>
          <p:cNvPr id="4" name="Slide Number Placeholder 3"/>
          <p:cNvSpPr>
            <a:spLocks noGrp="1"/>
          </p:cNvSpPr>
          <p:nvPr>
            <p:ph type="sldNum" sz="quarter" idx="5"/>
          </p:nvPr>
        </p:nvSpPr>
        <p:spPr/>
        <p:txBody>
          <a:bodyPr/>
          <a:lstStyle/>
          <a:p>
            <a:fld id="{7C655621-BB3A-4FD8-9F2D-99DAB64DC017}" type="slidenum">
              <a:rPr lang="en-US" smtClean="0"/>
              <a:t>6</a:t>
            </a:fld>
            <a:endParaRPr lang="en-US"/>
          </a:p>
        </p:txBody>
      </p:sp>
    </p:spTree>
    <p:extLst>
      <p:ext uri="{BB962C8B-B14F-4D97-AF65-F5344CB8AC3E}">
        <p14:creationId xmlns:p14="http://schemas.microsoft.com/office/powerpoint/2010/main" val="225843944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vi-VN" b="0" i="1" dirty="0">
                <a:solidFill>
                  <a:srgbClr val="616161"/>
                </a:solidFill>
                <a:effectLst/>
                <a:latin typeface="Times New Roman" panose="02020603050405020304" pitchFamily="18" charset="0"/>
                <a:cs typeface="Times New Roman" panose="02020603050405020304" pitchFamily="18" charset="0"/>
              </a:rPr>
              <a:t>"Luồng sử dụng của người dùng bắt đầu từ màn hình </a:t>
            </a:r>
            <a:r>
              <a:rPr lang="vi-VN" b="1" i="1" dirty="0">
                <a:solidFill>
                  <a:srgbClr val="616161"/>
                </a:solidFill>
                <a:effectLst/>
                <a:latin typeface="Times New Roman" panose="02020603050405020304" pitchFamily="18" charset="0"/>
                <a:cs typeface="Times New Roman" panose="02020603050405020304" pitchFamily="18" charset="0"/>
              </a:rPr>
              <a:t>Đăng ký / Đăng nhập</a:t>
            </a:r>
            <a:r>
              <a:rPr lang="vi-VN" b="0" i="1" dirty="0">
                <a:solidFill>
                  <a:srgbClr val="616161"/>
                </a:solidFill>
                <a:effectLst/>
                <a:latin typeface="Times New Roman" panose="02020603050405020304" pitchFamily="18" charset="0"/>
                <a:cs typeface="Times New Roman" panose="02020603050405020304" pitchFamily="18" charset="0"/>
              </a:rPr>
              <a:t>. Em tích hợp Firebase Auth hỗ trợ 3 phương thức: Email/Password, Google Sign-In để đăng nhập nhanh, và OTP qua email khi đăng ký lần đầu — bước OTP đảm bảo người dùng phải sở hữu email thật trước khi tạo tài khoản.</a:t>
            </a:r>
            <a:endParaRPr lang="vi-VN" b="0" i="0" dirty="0">
              <a:solidFill>
                <a:srgbClr val="616161"/>
              </a:solidFill>
              <a:effectLst/>
              <a:latin typeface="Times New Roman" panose="02020603050405020304" pitchFamily="18" charset="0"/>
              <a:cs typeface="Times New Roman" panose="02020603050405020304" pitchFamily="18" charset="0"/>
            </a:endParaRPr>
          </a:p>
          <a:p>
            <a:pPr algn="l"/>
            <a:r>
              <a:rPr lang="vi-VN" b="0" i="1" dirty="0">
                <a:solidFill>
                  <a:srgbClr val="616161"/>
                </a:solidFill>
                <a:effectLst/>
                <a:latin typeface="Times New Roman" panose="02020603050405020304" pitchFamily="18" charset="0"/>
                <a:cs typeface="Times New Roman" panose="02020603050405020304" pitchFamily="18" charset="0"/>
              </a:rPr>
              <a:t>Sau khi đăng nhập, người dùng vào </a:t>
            </a:r>
            <a:r>
              <a:rPr lang="vi-VN" b="1" i="1" dirty="0">
                <a:solidFill>
                  <a:srgbClr val="616161"/>
                </a:solidFill>
                <a:effectLst/>
                <a:latin typeface="Times New Roman" panose="02020603050405020304" pitchFamily="18" charset="0"/>
                <a:cs typeface="Times New Roman" panose="02020603050405020304" pitchFamily="18" charset="0"/>
              </a:rPr>
              <a:t>Trang chủ</a:t>
            </a:r>
            <a:r>
              <a:rPr lang="vi-VN" b="0" i="1" dirty="0">
                <a:solidFill>
                  <a:srgbClr val="616161"/>
                </a:solidFill>
                <a:effectLst/>
                <a:latin typeface="Times New Roman" panose="02020603050405020304" pitchFamily="18" charset="0"/>
                <a:cs typeface="Times New Roman" panose="02020603050405020304" pitchFamily="18" charset="0"/>
              </a:rPr>
              <a:t> — hiển thị danh sách nhà hàng, phân theo danh mục, kèm ô tìm kiếm.</a:t>
            </a:r>
            <a:endParaRPr lang="vi-VN" b="0" i="0" dirty="0">
              <a:solidFill>
                <a:srgbClr val="616161"/>
              </a:solidFill>
              <a:effectLst/>
              <a:latin typeface="Times New Roman" panose="02020603050405020304" pitchFamily="18" charset="0"/>
              <a:cs typeface="Times New Roman" panose="02020603050405020304" pitchFamily="18" charset="0"/>
            </a:endParaRPr>
          </a:p>
          <a:p>
            <a:pPr algn="l"/>
            <a:r>
              <a:rPr lang="vi-VN" b="0" i="1" dirty="0">
                <a:solidFill>
                  <a:srgbClr val="616161"/>
                </a:solidFill>
                <a:effectLst/>
                <a:latin typeface="Times New Roman" panose="02020603050405020304" pitchFamily="18" charset="0"/>
                <a:cs typeface="Times New Roman" panose="02020603050405020304" pitchFamily="18" charset="0"/>
              </a:rPr>
              <a:t>Khi chọn vào một món ăn, màn hình </a:t>
            </a:r>
            <a:r>
              <a:rPr lang="vi-VN" b="1" i="1" dirty="0">
                <a:solidFill>
                  <a:srgbClr val="616161"/>
                </a:solidFill>
                <a:effectLst/>
                <a:latin typeface="Times New Roman" panose="02020603050405020304" pitchFamily="18" charset="0"/>
                <a:cs typeface="Times New Roman" panose="02020603050405020304" pitchFamily="18" charset="0"/>
              </a:rPr>
              <a:t>Chi tiết món</a:t>
            </a:r>
            <a:r>
              <a:rPr lang="vi-VN" b="0" i="1" dirty="0">
                <a:solidFill>
                  <a:srgbClr val="616161"/>
                </a:solidFill>
                <a:effectLst/>
                <a:latin typeface="Times New Roman" panose="02020603050405020304" pitchFamily="18" charset="0"/>
                <a:cs typeface="Times New Roman" panose="02020603050405020304" pitchFamily="18" charset="0"/>
              </a:rPr>
              <a:t> hiện ra dưới dạng BottomSheet — người dùng có thể chọn size, topping và số lượng. Mỗi option group có thể có giá bổ sung riêng được cộng vào tổng tiền tự động.</a:t>
            </a:r>
            <a:endParaRPr lang="vi-VN" b="0" i="0" dirty="0">
              <a:solidFill>
                <a:srgbClr val="616161"/>
              </a:solidFill>
              <a:effectLst/>
              <a:latin typeface="Times New Roman" panose="02020603050405020304" pitchFamily="18" charset="0"/>
              <a:cs typeface="Times New Roman" panose="02020603050405020304" pitchFamily="18" charset="0"/>
            </a:endParaRPr>
          </a:p>
          <a:p>
            <a:pPr algn="l"/>
            <a:r>
              <a:rPr lang="vi-VN" b="1" i="1" dirty="0">
                <a:solidFill>
                  <a:srgbClr val="616161"/>
                </a:solidFill>
                <a:effectLst/>
                <a:latin typeface="Times New Roman" panose="02020603050405020304" pitchFamily="18" charset="0"/>
                <a:cs typeface="Times New Roman" panose="02020603050405020304" pitchFamily="18" charset="0"/>
              </a:rPr>
              <a:t>Giỏ hàng</a:t>
            </a:r>
            <a:r>
              <a:rPr lang="vi-VN" b="0" i="1" dirty="0">
                <a:solidFill>
                  <a:srgbClr val="616161"/>
                </a:solidFill>
                <a:effectLst/>
                <a:latin typeface="Times New Roman" panose="02020603050405020304" pitchFamily="18" charset="0"/>
                <a:cs typeface="Times New Roman" panose="02020603050405020304" pitchFamily="18" charset="0"/>
              </a:rPr>
              <a:t> tự động tính tổng tiền và phí giao hàng. Phí này được tính dựa trên khoảng cách thực tế giữa vị trí khách hàng và nhà hàng thông qua công thức Haversine — tức là khoảng cách đường chim bay giữa hai tọa độ GPS.</a:t>
            </a:r>
            <a:endParaRPr lang="vi-VN" b="0" i="0" dirty="0">
              <a:solidFill>
                <a:srgbClr val="616161"/>
              </a:solidFill>
              <a:effectLst/>
              <a:latin typeface="Times New Roman" panose="02020603050405020304" pitchFamily="18" charset="0"/>
              <a:cs typeface="Times New Roman" panose="02020603050405020304" pitchFamily="18" charset="0"/>
            </a:endParaRPr>
          </a:p>
          <a:p>
            <a:pPr algn="l"/>
            <a:r>
              <a:rPr lang="vi-VN" b="0" i="1" dirty="0">
                <a:solidFill>
                  <a:srgbClr val="616161"/>
                </a:solidFill>
                <a:effectLst/>
                <a:latin typeface="Times New Roman" panose="02020603050405020304" pitchFamily="18" charset="0"/>
                <a:cs typeface="Times New Roman" panose="02020603050405020304" pitchFamily="18" charset="0"/>
              </a:rPr>
              <a:t>Điểm nổi bật nhất là màn hình </a:t>
            </a:r>
            <a:r>
              <a:rPr lang="vi-VN" b="1" i="1" dirty="0">
                <a:solidFill>
                  <a:srgbClr val="616161"/>
                </a:solidFill>
                <a:effectLst/>
                <a:latin typeface="Times New Roman" panose="02020603050405020304" pitchFamily="18" charset="0"/>
                <a:cs typeface="Times New Roman" panose="02020603050405020304" pitchFamily="18" charset="0"/>
              </a:rPr>
              <a:t>Theo dõi đơn hàng</a:t>
            </a:r>
            <a:r>
              <a:rPr lang="vi-VN" b="0" i="1" dirty="0">
                <a:solidFill>
                  <a:srgbClr val="616161"/>
                </a:solidFill>
                <a:effectLst/>
                <a:latin typeface="Times New Roman" panose="02020603050405020304" pitchFamily="18" charset="0"/>
                <a:cs typeface="Times New Roman" panose="02020603050405020304" pitchFamily="18" charset="0"/>
              </a:rPr>
              <a:t> — sau khi đặt hàng thành công, khách có thể xem vị trí tài xế đang di chuyển trực tiếp trên bản đồ theo thời gian thực. Đây là tính năng kỹ thuật phức tạp nhất trong hệ thống, được thực hiện nhờ Supabase Realtime đẩy tọa độ GPS của tài xế xuống liên tục."</a:t>
            </a:r>
            <a:endParaRPr lang="vi-VN" b="0" i="0" dirty="0">
              <a:solidFill>
                <a:srgbClr val="616161"/>
              </a:solidFill>
              <a:effectLst/>
              <a:latin typeface="Times New Roman" panose="02020603050405020304" pitchFamily="18" charset="0"/>
              <a:cs typeface="Times New Roman" panose="02020603050405020304" pitchFamily="18" charset="0"/>
            </a:endParaRPr>
          </a:p>
        </p:txBody>
      </p:sp>
      <p:sp>
        <p:nvSpPr>
          <p:cNvPr id="4" name="Slide Number Placeholder 3"/>
          <p:cNvSpPr>
            <a:spLocks noGrp="1"/>
          </p:cNvSpPr>
          <p:nvPr>
            <p:ph type="sldNum" sz="quarter" idx="5"/>
          </p:nvPr>
        </p:nvSpPr>
        <p:spPr/>
        <p:txBody>
          <a:bodyPr/>
          <a:lstStyle/>
          <a:p>
            <a:fld id="{7C655621-BB3A-4FD8-9F2D-99DAB64DC017}" type="slidenum">
              <a:rPr lang="en-US" smtClean="0"/>
              <a:t>7</a:t>
            </a:fld>
            <a:endParaRPr lang="en-US"/>
          </a:p>
        </p:txBody>
      </p:sp>
    </p:spTree>
    <p:extLst>
      <p:ext uri="{BB962C8B-B14F-4D97-AF65-F5344CB8AC3E}">
        <p14:creationId xmlns:p14="http://schemas.microsoft.com/office/powerpoint/2010/main" val="149976109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vi-VN" b="0" i="1" dirty="0">
                <a:solidFill>
                  <a:srgbClr val="616161"/>
                </a:solidFill>
                <a:effectLst/>
                <a:latin typeface="Times New Roman" panose="02020603050405020304" pitchFamily="18" charset="0"/>
                <a:cs typeface="Times New Roman" panose="02020603050405020304" pitchFamily="18" charset="0"/>
              </a:rPr>
              <a:t>"Phân hệ nhà hàng tập trung vào hai nghiệp vụ cốt lõi: quản lý đơn hàng và quản lý thực đơn.</a:t>
            </a:r>
            <a:endParaRPr lang="vi-VN" b="0" i="0" dirty="0">
              <a:solidFill>
                <a:srgbClr val="616161"/>
              </a:solidFill>
              <a:effectLst/>
              <a:latin typeface="Times New Roman" panose="02020603050405020304" pitchFamily="18" charset="0"/>
              <a:cs typeface="Times New Roman" panose="02020603050405020304" pitchFamily="18" charset="0"/>
            </a:endParaRPr>
          </a:p>
          <a:p>
            <a:pPr algn="l"/>
            <a:r>
              <a:rPr lang="vi-VN" b="0" i="1" dirty="0">
                <a:solidFill>
                  <a:srgbClr val="616161"/>
                </a:solidFill>
                <a:effectLst/>
                <a:latin typeface="Times New Roman" panose="02020603050405020304" pitchFamily="18" charset="0"/>
                <a:cs typeface="Times New Roman" panose="02020603050405020304" pitchFamily="18" charset="0"/>
              </a:rPr>
              <a:t>Về </a:t>
            </a:r>
            <a:r>
              <a:rPr lang="vi-VN" b="1" i="1" dirty="0">
                <a:solidFill>
                  <a:srgbClr val="616161"/>
                </a:solidFill>
                <a:effectLst/>
                <a:latin typeface="Times New Roman" panose="02020603050405020304" pitchFamily="18" charset="0"/>
                <a:cs typeface="Times New Roman" panose="02020603050405020304" pitchFamily="18" charset="0"/>
              </a:rPr>
              <a:t>quản lý đơn hàng</a:t>
            </a:r>
            <a:r>
              <a:rPr lang="vi-VN" b="0" i="1" dirty="0">
                <a:solidFill>
                  <a:srgbClr val="616161"/>
                </a:solidFill>
                <a:effectLst/>
                <a:latin typeface="Times New Roman" panose="02020603050405020304" pitchFamily="18" charset="0"/>
                <a:cs typeface="Times New Roman" panose="02020603050405020304" pitchFamily="18" charset="0"/>
              </a:rPr>
              <a:t>: Khi có đơn mới, nhà hàng nhận thông báo ngay qua Supabase Realtime mà không cần refresh trang. Nhà hàng có thể Xác nhận hoặc Từ chối. Nếu xác nhận, trạng thái đơn chuyển sang Confirmed — lúc này hệ thống sẽ đưa đơn ra thị trường để tài xế nhận. Luồng trạng thái đầy đủ là: Pending → Confirmed → Waiting Shipper → Delivering → Completed.</a:t>
            </a:r>
            <a:endParaRPr lang="vi-VN" b="0" i="0" dirty="0">
              <a:solidFill>
                <a:srgbClr val="616161"/>
              </a:solidFill>
              <a:effectLst/>
              <a:latin typeface="Times New Roman" panose="02020603050405020304" pitchFamily="18" charset="0"/>
              <a:cs typeface="Times New Roman" panose="02020603050405020304" pitchFamily="18" charset="0"/>
            </a:endParaRPr>
          </a:p>
          <a:p>
            <a:pPr algn="l"/>
            <a:r>
              <a:rPr lang="vi-VN" b="0" i="1" dirty="0">
                <a:solidFill>
                  <a:srgbClr val="616161"/>
                </a:solidFill>
                <a:effectLst/>
                <a:latin typeface="Times New Roman" panose="02020603050405020304" pitchFamily="18" charset="0"/>
                <a:cs typeface="Times New Roman" panose="02020603050405020304" pitchFamily="18" charset="0"/>
              </a:rPr>
              <a:t>Về </a:t>
            </a:r>
            <a:r>
              <a:rPr lang="vi-VN" b="1" i="1" dirty="0">
                <a:solidFill>
                  <a:srgbClr val="616161"/>
                </a:solidFill>
                <a:effectLst/>
                <a:latin typeface="Times New Roman" panose="02020603050405020304" pitchFamily="18" charset="0"/>
                <a:cs typeface="Times New Roman" panose="02020603050405020304" pitchFamily="18" charset="0"/>
              </a:rPr>
              <a:t>quản lý thực đơn</a:t>
            </a:r>
            <a:r>
              <a:rPr lang="vi-VN" b="0" i="1" dirty="0">
                <a:solidFill>
                  <a:srgbClr val="616161"/>
                </a:solidFill>
                <a:effectLst/>
                <a:latin typeface="Times New Roman" panose="02020603050405020304" pitchFamily="18" charset="0"/>
                <a:cs typeface="Times New Roman" panose="02020603050405020304" pitchFamily="18" charset="0"/>
              </a:rPr>
              <a:t>: Nhà hàng có thể thêm mới, chỉnh sửa hoặc xóa món. Đặc biệt, em xây dựng hệ thống </a:t>
            </a:r>
            <a:r>
              <a:rPr lang="vi-VN" b="1" i="1" dirty="0">
                <a:solidFill>
                  <a:srgbClr val="616161"/>
                </a:solidFill>
                <a:effectLst/>
                <a:latin typeface="Times New Roman" panose="02020603050405020304" pitchFamily="18" charset="0"/>
                <a:cs typeface="Times New Roman" panose="02020603050405020304" pitchFamily="18" charset="0"/>
              </a:rPr>
              <a:t>Option Group</a:t>
            </a:r>
            <a:r>
              <a:rPr lang="vi-VN" b="0" i="1" dirty="0">
                <a:solidFill>
                  <a:srgbClr val="616161"/>
                </a:solidFill>
                <a:effectLst/>
                <a:latin typeface="Times New Roman" panose="02020603050405020304" pitchFamily="18" charset="0"/>
                <a:cs typeface="Times New Roman" panose="02020603050405020304" pitchFamily="18" charset="0"/>
              </a:rPr>
              <a:t> — ví dụ một món trà sữa có thể có nhóm Size (S/M/L) và nhóm Topping (trân châu, thạch...), mỗi option có mức giá bổ sung riêng. Khi khách chọn, giá sẽ tự động cộng dồn.</a:t>
            </a:r>
            <a:endParaRPr lang="vi-VN" b="0" i="0" dirty="0">
              <a:solidFill>
                <a:srgbClr val="616161"/>
              </a:solidFill>
              <a:effectLst/>
              <a:latin typeface="Times New Roman" panose="02020603050405020304" pitchFamily="18" charset="0"/>
              <a:cs typeface="Times New Roman" panose="02020603050405020304" pitchFamily="18" charset="0"/>
            </a:endParaRPr>
          </a:p>
          <a:p>
            <a:pPr algn="l"/>
            <a:r>
              <a:rPr lang="vi-VN" b="1" i="1" dirty="0">
                <a:solidFill>
                  <a:srgbClr val="616161"/>
                </a:solidFill>
                <a:effectLst/>
                <a:latin typeface="Times New Roman" panose="02020603050405020304" pitchFamily="18" charset="0"/>
                <a:cs typeface="Times New Roman" panose="02020603050405020304" pitchFamily="18" charset="0"/>
              </a:rPr>
              <a:t>Dashboard</a:t>
            </a:r>
            <a:r>
              <a:rPr lang="vi-VN" b="0" i="1" dirty="0">
                <a:solidFill>
                  <a:srgbClr val="616161"/>
                </a:solidFill>
                <a:effectLst/>
                <a:latin typeface="Times New Roman" panose="02020603050405020304" pitchFamily="18" charset="0"/>
                <a:cs typeface="Times New Roman" panose="02020603050405020304" pitchFamily="18" charset="0"/>
              </a:rPr>
              <a:t> hiển thị tổng quan đơn hàng hôm nay và doanh thu. Trang </a:t>
            </a:r>
            <a:r>
              <a:rPr lang="vi-VN" b="1" i="1" dirty="0">
                <a:solidFill>
                  <a:srgbClr val="616161"/>
                </a:solidFill>
                <a:effectLst/>
                <a:latin typeface="Times New Roman" panose="02020603050405020304" pitchFamily="18" charset="0"/>
                <a:cs typeface="Times New Roman" panose="02020603050405020304" pitchFamily="18" charset="0"/>
              </a:rPr>
              <a:t>Báo cáo</a:t>
            </a:r>
            <a:r>
              <a:rPr lang="vi-VN" b="0" i="1" dirty="0">
                <a:solidFill>
                  <a:srgbClr val="616161"/>
                </a:solidFill>
                <a:effectLst/>
                <a:latin typeface="Times New Roman" panose="02020603050405020304" pitchFamily="18" charset="0"/>
                <a:cs typeface="Times New Roman" panose="02020603050405020304" pitchFamily="18" charset="0"/>
              </a:rPr>
              <a:t> cho phép xem biểu đồ doanh thu theo ngày hoặc tháng — giúp nhà hàng nhận diện xu hướng và điều chỉnh thực đơn phù hợp."</a:t>
            </a:r>
            <a:endParaRPr lang="vi-VN" b="0" i="0" dirty="0">
              <a:solidFill>
                <a:srgbClr val="616161"/>
              </a:solidFill>
              <a:effectLst/>
              <a:latin typeface="Times New Roman" panose="02020603050405020304" pitchFamily="18" charset="0"/>
              <a:cs typeface="Times New Roman" panose="02020603050405020304" pitchFamily="18" charset="0"/>
            </a:endParaRPr>
          </a:p>
        </p:txBody>
      </p:sp>
      <p:sp>
        <p:nvSpPr>
          <p:cNvPr id="4" name="Slide Number Placeholder 3"/>
          <p:cNvSpPr>
            <a:spLocks noGrp="1"/>
          </p:cNvSpPr>
          <p:nvPr>
            <p:ph type="sldNum" sz="quarter" idx="5"/>
          </p:nvPr>
        </p:nvSpPr>
        <p:spPr/>
        <p:txBody>
          <a:bodyPr/>
          <a:lstStyle/>
          <a:p>
            <a:fld id="{7C655621-BB3A-4FD8-9F2D-99DAB64DC017}" type="slidenum">
              <a:rPr lang="en-US" smtClean="0"/>
              <a:t>8</a:t>
            </a:fld>
            <a:endParaRPr lang="en-US"/>
          </a:p>
        </p:txBody>
      </p:sp>
    </p:spTree>
    <p:extLst>
      <p:ext uri="{BB962C8B-B14F-4D97-AF65-F5344CB8AC3E}">
        <p14:creationId xmlns:p14="http://schemas.microsoft.com/office/powerpoint/2010/main" val="372898933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vi-VN" b="0" i="1" dirty="0">
                <a:solidFill>
                  <a:srgbClr val="616161"/>
                </a:solidFill>
                <a:effectLst/>
                <a:latin typeface="+mj-lt"/>
              </a:rPr>
              <a:t>Phân hệ tài xế xoay quanh một luồng chính: nhận đơn, đến nhà hàng, và giao đến tay khách.</a:t>
            </a:r>
            <a:endParaRPr lang="vi-VN" b="0" i="0" dirty="0">
              <a:solidFill>
                <a:srgbClr val="616161"/>
              </a:solidFill>
              <a:effectLst/>
              <a:latin typeface="+mj-lt"/>
            </a:endParaRPr>
          </a:p>
          <a:p>
            <a:pPr algn="l"/>
            <a:r>
              <a:rPr lang="vi-VN" b="0" i="1" dirty="0">
                <a:solidFill>
                  <a:srgbClr val="616161"/>
                </a:solidFill>
                <a:effectLst/>
                <a:latin typeface="+mj-lt"/>
              </a:rPr>
              <a:t>Sau khi đăng nhập — và hệ thống sẽ yêu cầu tài xế cấp quyền 'Luôn truy cập vị trí' ngay lúc này, vì đây là điều kiện bắt buộc để tính năng tracking hoạt động — tài xế vào </a:t>
            </a:r>
            <a:r>
              <a:rPr lang="vi-VN" b="1" i="1" dirty="0">
                <a:solidFill>
                  <a:srgbClr val="616161"/>
                </a:solidFill>
                <a:effectLst/>
                <a:latin typeface="+mj-lt"/>
              </a:rPr>
              <a:t>Dashboard</a:t>
            </a:r>
            <a:r>
              <a:rPr lang="vi-VN" b="0" i="1" dirty="0">
                <a:solidFill>
                  <a:srgbClr val="616161"/>
                </a:solidFill>
                <a:effectLst/>
                <a:latin typeface="+mj-lt"/>
              </a:rPr>
              <a:t> xem tổng đơn hoàn thành và thu nhập trong ngày.</a:t>
            </a:r>
            <a:endParaRPr lang="vi-VN" b="0" i="0" dirty="0">
              <a:solidFill>
                <a:srgbClr val="616161"/>
              </a:solidFill>
              <a:effectLst/>
              <a:latin typeface="+mj-lt"/>
            </a:endParaRPr>
          </a:p>
          <a:p>
            <a:pPr algn="l"/>
            <a:r>
              <a:rPr lang="vi-VN" b="0" i="1" dirty="0">
                <a:solidFill>
                  <a:srgbClr val="616161"/>
                </a:solidFill>
                <a:effectLst/>
                <a:latin typeface="+mj-lt"/>
              </a:rPr>
              <a:t>Tại màn hình </a:t>
            </a:r>
            <a:r>
              <a:rPr lang="vi-VN" b="1" i="1" dirty="0">
                <a:solidFill>
                  <a:srgbClr val="616161"/>
                </a:solidFill>
                <a:effectLst/>
                <a:latin typeface="+mj-lt"/>
              </a:rPr>
              <a:t>Nhận đơn</a:t>
            </a:r>
            <a:r>
              <a:rPr lang="vi-VN" b="0" i="1" dirty="0">
                <a:solidFill>
                  <a:srgbClr val="616161"/>
                </a:solidFill>
                <a:effectLst/>
                <a:latin typeface="+mj-lt"/>
              </a:rPr>
              <a:t>, tài xế thấy danh sách các đơn đang chờ. Khi chấp nhận, bản đồ ngay lập tức hiển thị lộ trình từ vị trí hiện tại của tài xế đến địa chỉ nhà hàng.</a:t>
            </a:r>
            <a:endParaRPr lang="vi-VN" b="0" i="0" dirty="0">
              <a:solidFill>
                <a:srgbClr val="616161"/>
              </a:solidFill>
              <a:effectLst/>
              <a:latin typeface="+mj-lt"/>
            </a:endParaRPr>
          </a:p>
          <a:p>
            <a:pPr algn="l"/>
            <a:r>
              <a:rPr lang="vi-VN" b="0" i="1" dirty="0">
                <a:solidFill>
                  <a:srgbClr val="616161"/>
                </a:solidFill>
                <a:effectLst/>
                <a:latin typeface="+mj-lt"/>
              </a:rPr>
              <a:t>Điểm kỹ thuật quan trọng nhất: app tài xế dùng package geolocator để lấy tọa độ GPS liên tục, gửi lên backend qua PATCH request, backend lưu vào bảng orders, và Supabase Realtime đẩy tọa độ đó xuống app khách hàng ngay lập tức. Toàn bộ chuỗi này xảy ra trong vài trăm milliseconds.</a:t>
            </a:r>
            <a:endParaRPr lang="vi-VN" b="0" i="0" dirty="0">
              <a:solidFill>
                <a:srgbClr val="616161"/>
              </a:solidFill>
              <a:effectLst/>
              <a:latin typeface="+mj-lt"/>
            </a:endParaRPr>
          </a:p>
          <a:p>
            <a:pPr algn="l"/>
            <a:r>
              <a:rPr lang="vi-VN" b="0" i="1" dirty="0">
                <a:solidFill>
                  <a:srgbClr val="616161"/>
                </a:solidFill>
                <a:effectLst/>
                <a:latin typeface="+mj-lt"/>
              </a:rPr>
              <a:t>Sau khi giao hàng xong, tài xế nhấn xác nhận hoàn thành — đơn hàng chuyển sang COMPLETED và thu nhập được cộng vào dashboard."</a:t>
            </a:r>
            <a:endParaRPr lang="vi-VN" b="0" i="0" dirty="0">
              <a:solidFill>
                <a:srgbClr val="616161"/>
              </a:solidFill>
              <a:effectLst/>
              <a:latin typeface="+mj-lt"/>
            </a:endParaRPr>
          </a:p>
        </p:txBody>
      </p:sp>
      <p:sp>
        <p:nvSpPr>
          <p:cNvPr id="4" name="Slide Number Placeholder 3"/>
          <p:cNvSpPr>
            <a:spLocks noGrp="1"/>
          </p:cNvSpPr>
          <p:nvPr>
            <p:ph type="sldNum" sz="quarter" idx="5"/>
          </p:nvPr>
        </p:nvSpPr>
        <p:spPr/>
        <p:txBody>
          <a:bodyPr/>
          <a:lstStyle/>
          <a:p>
            <a:fld id="{7C655621-BB3A-4FD8-9F2D-99DAB64DC017}" type="slidenum">
              <a:rPr lang="en-US" smtClean="0"/>
              <a:t>9</a:t>
            </a:fld>
            <a:endParaRPr lang="en-US"/>
          </a:p>
        </p:txBody>
      </p:sp>
    </p:spTree>
    <p:extLst>
      <p:ext uri="{BB962C8B-B14F-4D97-AF65-F5344CB8AC3E}">
        <p14:creationId xmlns:p14="http://schemas.microsoft.com/office/powerpoint/2010/main" val="190970394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vi-VN" b="0" i="1" dirty="0">
                <a:solidFill>
                  <a:srgbClr val="616161"/>
                </a:solidFill>
                <a:effectLst/>
                <a:latin typeface="Times New Roman" panose="02020603050405020304" pitchFamily="18" charset="0"/>
                <a:cs typeface="Times New Roman" panose="02020603050405020304" pitchFamily="18" charset="0"/>
              </a:rPr>
              <a:t>"Về mặt sản phẩm, em đã hoàn thành đủ 3 phân hệ với các chức năng cốt lõi hoạt động ổn định. Điểm em tự đánh giá là hệ thống đã vượt qua những phần kỹ thuật khó nhất — đó là realtime tracking và xác thực đa phương thức, hai tính năng đòi hỏi phải tích hợp nhiều dịch vụ bên thứ ba đồng thời.</a:t>
            </a:r>
            <a:endParaRPr lang="vi-VN" b="0" i="0" dirty="0">
              <a:solidFill>
                <a:srgbClr val="616161"/>
              </a:solidFill>
              <a:effectLst/>
              <a:latin typeface="Times New Roman" panose="02020603050405020304" pitchFamily="18" charset="0"/>
              <a:cs typeface="Times New Roman" panose="02020603050405020304" pitchFamily="18" charset="0"/>
            </a:endParaRPr>
          </a:p>
          <a:p>
            <a:pPr algn="l"/>
            <a:r>
              <a:rPr lang="vi-VN" b="0" i="1" dirty="0">
                <a:solidFill>
                  <a:srgbClr val="616161"/>
                </a:solidFill>
                <a:effectLst/>
                <a:latin typeface="Times New Roman" panose="02020603050405020304" pitchFamily="18" charset="0"/>
                <a:cs typeface="Times New Roman" panose="02020603050405020304" pitchFamily="18" charset="0"/>
              </a:rPr>
              <a:t>Về mặt học thuật, em được vận dụng toàn bộ quy trình phát triển phần mềm một cách thực tế — từ phân tích yêu cầu, vẽ Use Case Diagram, thiết kế ERD, xây dựng kiến trúc 3 tầng, đến lập trình và kiểm thử. Đây là lần đầu em làm việc với hệ thống đủ phức tạp để thực sự cảm nhận được ý nghĩa của kiến trúc phân tầng.</a:t>
            </a:r>
            <a:endParaRPr lang="vi-VN" b="0" i="0" dirty="0">
              <a:solidFill>
                <a:srgbClr val="616161"/>
              </a:solidFill>
              <a:effectLst/>
              <a:latin typeface="Times New Roman" panose="02020603050405020304" pitchFamily="18" charset="0"/>
              <a:cs typeface="Times New Roman" panose="02020603050405020304" pitchFamily="18" charset="0"/>
            </a:endParaRPr>
          </a:p>
          <a:p>
            <a:pPr algn="l"/>
            <a:r>
              <a:rPr lang="vi-VN" b="0" i="1" dirty="0">
                <a:solidFill>
                  <a:srgbClr val="616161"/>
                </a:solidFill>
                <a:effectLst/>
                <a:latin typeface="Times New Roman" panose="02020603050405020304" pitchFamily="18" charset="0"/>
                <a:cs typeface="Times New Roman" panose="02020603050405020304" pitchFamily="18" charset="0"/>
              </a:rPr>
              <a:t>Em cũng muốn thẳng thắn về các hạn chế. Thiếu sót lớn nhất là chưa tích hợp thanh toán online — hiện chỉ hỗ trợ COD, điều này ảnh hưởng đến trải nghiệm người dùng trong bối cảnh thanh toán không tiền mặt đang rất phổ biến. Ngoài ra, Supabase Realtime chỉ hoạt động khi app đang mở — nếu app bị tắt, người dùng sẽ không nhận được thông báo, đây là lý do push notification cần được ưu tiên bổ sung."</a:t>
            </a:r>
            <a:endParaRPr lang="vi-VN" b="0" i="0" dirty="0">
              <a:solidFill>
                <a:srgbClr val="616161"/>
              </a:solidFill>
              <a:effectLst/>
              <a:latin typeface="Times New Roman" panose="02020603050405020304" pitchFamily="18" charset="0"/>
              <a:cs typeface="Times New Roman" panose="02020603050405020304" pitchFamily="18" charset="0"/>
            </a:endParaRPr>
          </a:p>
        </p:txBody>
      </p:sp>
      <p:sp>
        <p:nvSpPr>
          <p:cNvPr id="4" name="Slide Number Placeholder 3"/>
          <p:cNvSpPr>
            <a:spLocks noGrp="1"/>
          </p:cNvSpPr>
          <p:nvPr>
            <p:ph type="sldNum" sz="quarter" idx="5"/>
          </p:nvPr>
        </p:nvSpPr>
        <p:spPr/>
        <p:txBody>
          <a:bodyPr/>
          <a:lstStyle/>
          <a:p>
            <a:fld id="{7C655621-BB3A-4FD8-9F2D-99DAB64DC017}" type="slidenum">
              <a:rPr lang="en-US" smtClean="0"/>
              <a:t>10</a:t>
            </a:fld>
            <a:endParaRPr lang="en-US"/>
          </a:p>
        </p:txBody>
      </p:sp>
    </p:spTree>
    <p:extLst>
      <p:ext uri="{BB962C8B-B14F-4D97-AF65-F5344CB8AC3E}">
        <p14:creationId xmlns:p14="http://schemas.microsoft.com/office/powerpoint/2010/main" val="307933058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vi-VN" b="0" i="1" dirty="0">
                <a:solidFill>
                  <a:srgbClr val="616161"/>
                </a:solidFill>
                <a:effectLst/>
                <a:latin typeface="Times New Roman" panose="02020603050405020304" pitchFamily="18" charset="0"/>
                <a:cs typeface="Times New Roman" panose="02020603050405020304" pitchFamily="18" charset="0"/>
              </a:rPr>
              <a:t>"Em chia hướng phát triển theo 3 giai đoạn dựa trên mức độ ảnh hưởng thực tế đến người dùng.</a:t>
            </a:r>
            <a:endParaRPr lang="vi-VN" b="0" i="0" dirty="0">
              <a:solidFill>
                <a:srgbClr val="616161"/>
              </a:solidFill>
              <a:effectLst/>
              <a:latin typeface="Times New Roman" panose="02020603050405020304" pitchFamily="18" charset="0"/>
              <a:cs typeface="Times New Roman" panose="02020603050405020304" pitchFamily="18" charset="0"/>
            </a:endParaRPr>
          </a:p>
          <a:p>
            <a:pPr algn="l"/>
            <a:r>
              <a:rPr lang="vi-VN" b="1" i="1" dirty="0">
                <a:solidFill>
                  <a:srgbClr val="616161"/>
                </a:solidFill>
                <a:effectLst/>
                <a:latin typeface="Times New Roman" panose="02020603050405020304" pitchFamily="18" charset="0"/>
                <a:cs typeface="Times New Roman" panose="02020603050405020304" pitchFamily="18" charset="0"/>
              </a:rPr>
              <a:t>Ngắn hạn</a:t>
            </a:r>
            <a:r>
              <a:rPr lang="vi-VN" b="0" i="1" dirty="0">
                <a:solidFill>
                  <a:srgbClr val="616161"/>
                </a:solidFill>
                <a:effectLst/>
                <a:latin typeface="Times New Roman" panose="02020603050405020304" pitchFamily="18" charset="0"/>
                <a:cs typeface="Times New Roman" panose="02020603050405020304" pitchFamily="18" charset="0"/>
              </a:rPr>
              <a:t> là những gì em sẽ làm ngay nếu tiếp tục: Tích hợp thanh toán online — VNPay, MoMo, ZaloPay — vì đây là tính năng khách hàng cần nhất. Thêm push notification dùng Firebase Cloud Messaging để thông báo hoạt động ngay cả khi app đang tắt. Và chat realtime giữa khách và tài xế để xử lý tình huống tài xế không tìm được địa chỉ.</a:t>
            </a:r>
            <a:endParaRPr lang="vi-VN" b="0" i="0" dirty="0">
              <a:solidFill>
                <a:srgbClr val="616161"/>
              </a:solidFill>
              <a:effectLst/>
              <a:latin typeface="Times New Roman" panose="02020603050405020304" pitchFamily="18" charset="0"/>
              <a:cs typeface="Times New Roman" panose="02020603050405020304" pitchFamily="18" charset="0"/>
            </a:endParaRPr>
          </a:p>
          <a:p>
            <a:pPr algn="l"/>
            <a:r>
              <a:rPr lang="vi-VN" b="1" i="1" dirty="0">
                <a:solidFill>
                  <a:srgbClr val="616161"/>
                </a:solidFill>
                <a:effectLst/>
                <a:latin typeface="Times New Roman" panose="02020603050405020304" pitchFamily="18" charset="0"/>
                <a:cs typeface="Times New Roman" panose="02020603050405020304" pitchFamily="18" charset="0"/>
              </a:rPr>
              <a:t>Trung hạn</a:t>
            </a:r>
            <a:r>
              <a:rPr lang="vi-VN" b="0" i="1" dirty="0">
                <a:solidFill>
                  <a:srgbClr val="616161"/>
                </a:solidFill>
                <a:effectLst/>
                <a:latin typeface="Times New Roman" panose="02020603050405020304" pitchFamily="18" charset="0"/>
                <a:cs typeface="Times New Roman" panose="02020603050405020304" pitchFamily="18" charset="0"/>
              </a:rPr>
              <a:t>: Hệ thống đánh giá nhà hàng và tài xế — quan trọng để xây dựng lòng tin trong hệ sinh thái. Mã giảm giá và voucher để tăng tỷ lệ đặt lại. Hỗ trợ đa ngôn ngữ để mở rộng đối tượng người dùng.</a:t>
            </a:r>
            <a:endParaRPr lang="vi-VN" b="0" i="0" dirty="0">
              <a:solidFill>
                <a:srgbClr val="616161"/>
              </a:solidFill>
              <a:effectLst/>
              <a:latin typeface="Times New Roman" panose="02020603050405020304" pitchFamily="18" charset="0"/>
              <a:cs typeface="Times New Roman" panose="02020603050405020304" pitchFamily="18" charset="0"/>
            </a:endParaRPr>
          </a:p>
          <a:p>
            <a:pPr algn="l"/>
            <a:r>
              <a:rPr lang="vi-VN" b="1" i="1" dirty="0">
                <a:solidFill>
                  <a:srgbClr val="616161"/>
                </a:solidFill>
                <a:effectLst/>
                <a:latin typeface="Times New Roman" panose="02020603050405020304" pitchFamily="18" charset="0"/>
                <a:cs typeface="Times New Roman" panose="02020603050405020304" pitchFamily="18" charset="0"/>
              </a:rPr>
              <a:t>Dài hạn</a:t>
            </a:r>
            <a:r>
              <a:rPr lang="vi-VN" b="0" i="1" dirty="0">
                <a:solidFill>
                  <a:srgbClr val="616161"/>
                </a:solidFill>
                <a:effectLst/>
                <a:latin typeface="Times New Roman" panose="02020603050405020304" pitchFamily="18" charset="0"/>
                <a:cs typeface="Times New Roman" panose="02020603050405020304" pitchFamily="18" charset="0"/>
              </a:rPr>
              <a:t>: Xuất bản lên Google Play và App Store. Tích hợp AI để gợi ý món ăn dựa trên lịch sử đặt hàng và sở thích. Và xây dựng Dashboard Admin để quản lý toàn hệ thống — hiện tại em chưa có màn hình này."</a:t>
            </a:r>
            <a:endParaRPr lang="vi-VN" b="0" i="0" dirty="0">
              <a:solidFill>
                <a:srgbClr val="616161"/>
              </a:solidFill>
              <a:effectLst/>
              <a:latin typeface="Times New Roman" panose="02020603050405020304" pitchFamily="18" charset="0"/>
              <a:cs typeface="Times New Roman" panose="02020603050405020304" pitchFamily="18" charset="0"/>
            </a:endParaRPr>
          </a:p>
        </p:txBody>
      </p:sp>
      <p:sp>
        <p:nvSpPr>
          <p:cNvPr id="4" name="Slide Number Placeholder 3"/>
          <p:cNvSpPr>
            <a:spLocks noGrp="1"/>
          </p:cNvSpPr>
          <p:nvPr>
            <p:ph type="sldNum" sz="quarter" idx="5"/>
          </p:nvPr>
        </p:nvSpPr>
        <p:spPr/>
        <p:txBody>
          <a:bodyPr/>
          <a:lstStyle/>
          <a:p>
            <a:fld id="{7C655621-BB3A-4FD8-9F2D-99DAB64DC017}" type="slidenum">
              <a:rPr lang="en-US" smtClean="0"/>
              <a:t>11</a:t>
            </a:fld>
            <a:endParaRPr lang="en-US"/>
          </a:p>
        </p:txBody>
      </p:sp>
    </p:spTree>
    <p:extLst>
      <p:ext uri="{BB962C8B-B14F-4D97-AF65-F5344CB8AC3E}">
        <p14:creationId xmlns:p14="http://schemas.microsoft.com/office/powerpoint/2010/main" val="283857283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4000" dirty="0" err="1">
                <a:latin typeface="Cambria" panose="02040503050406030204" pitchFamily="18" charset="0"/>
                <a:ea typeface="Cambria" panose="02040503050406030204" pitchFamily="18" charset="0"/>
              </a:rPr>
              <a:t>Vừa</a:t>
            </a:r>
            <a:r>
              <a:rPr lang="en-US" sz="4000" dirty="0">
                <a:latin typeface="Cambria" panose="02040503050406030204" pitchFamily="18" charset="0"/>
                <a:ea typeface="Cambria" panose="02040503050406030204" pitchFamily="18" charset="0"/>
              </a:rPr>
              <a:t> </a:t>
            </a:r>
            <a:r>
              <a:rPr lang="en-US" sz="4000" dirty="0" err="1">
                <a:latin typeface="Cambria" panose="02040503050406030204" pitchFamily="18" charset="0"/>
                <a:ea typeface="Cambria" panose="02040503050406030204" pitchFamily="18" charset="0"/>
              </a:rPr>
              <a:t>rồi</a:t>
            </a:r>
            <a:r>
              <a:rPr lang="en-US" sz="4000" dirty="0">
                <a:latin typeface="Cambria" panose="02040503050406030204" pitchFamily="18" charset="0"/>
                <a:ea typeface="Cambria" panose="02040503050406030204" pitchFamily="18" charset="0"/>
              </a:rPr>
              <a:t> </a:t>
            </a:r>
            <a:r>
              <a:rPr lang="en-US" sz="4000" dirty="0" err="1">
                <a:latin typeface="Cambria" panose="02040503050406030204" pitchFamily="18" charset="0"/>
                <a:ea typeface="Cambria" panose="02040503050406030204" pitchFamily="18" charset="0"/>
              </a:rPr>
              <a:t>là</a:t>
            </a:r>
            <a:r>
              <a:rPr lang="en-US" sz="4000" dirty="0">
                <a:latin typeface="Cambria" panose="02040503050406030204" pitchFamily="18" charset="0"/>
                <a:ea typeface="Cambria" panose="02040503050406030204" pitchFamily="18" charset="0"/>
              </a:rPr>
              <a:t> </a:t>
            </a:r>
            <a:r>
              <a:rPr lang="en-US" sz="4000" dirty="0" err="1">
                <a:latin typeface="Cambria" panose="02040503050406030204" pitchFamily="18" charset="0"/>
                <a:ea typeface="Cambria" panose="02040503050406030204" pitchFamily="18" charset="0"/>
              </a:rPr>
              <a:t>phần</a:t>
            </a:r>
            <a:r>
              <a:rPr lang="en-US" sz="4000" dirty="0">
                <a:latin typeface="Cambria" panose="02040503050406030204" pitchFamily="18" charset="0"/>
                <a:ea typeface="Cambria" panose="02040503050406030204" pitchFamily="18" charset="0"/>
              </a:rPr>
              <a:t> </a:t>
            </a:r>
            <a:r>
              <a:rPr lang="en-US" sz="4000" dirty="0" err="1">
                <a:latin typeface="Cambria" panose="02040503050406030204" pitchFamily="18" charset="0"/>
                <a:ea typeface="Cambria" panose="02040503050406030204" pitchFamily="18" charset="0"/>
              </a:rPr>
              <a:t>báo</a:t>
            </a:r>
            <a:r>
              <a:rPr lang="en-US" sz="4000" dirty="0">
                <a:latin typeface="Cambria" panose="02040503050406030204" pitchFamily="18" charset="0"/>
                <a:ea typeface="Cambria" panose="02040503050406030204" pitchFamily="18" charset="0"/>
              </a:rPr>
              <a:t> </a:t>
            </a:r>
            <a:r>
              <a:rPr lang="en-US" sz="4000" dirty="0" err="1">
                <a:latin typeface="Cambria" panose="02040503050406030204" pitchFamily="18" charset="0"/>
                <a:ea typeface="Cambria" panose="02040503050406030204" pitchFamily="18" charset="0"/>
              </a:rPr>
              <a:t>cáo</a:t>
            </a:r>
            <a:r>
              <a:rPr lang="en-US" sz="4000" dirty="0">
                <a:latin typeface="Cambria" panose="02040503050406030204" pitchFamily="18" charset="0"/>
                <a:ea typeface="Cambria" panose="02040503050406030204" pitchFamily="18" charset="0"/>
              </a:rPr>
              <a:t> </a:t>
            </a:r>
            <a:r>
              <a:rPr lang="en-US" sz="4000" dirty="0" err="1">
                <a:latin typeface="Cambria" panose="02040503050406030204" pitchFamily="18" charset="0"/>
                <a:ea typeface="Cambria" panose="02040503050406030204" pitchFamily="18" charset="0"/>
              </a:rPr>
              <a:t>đồ</a:t>
            </a:r>
            <a:r>
              <a:rPr lang="en-US" sz="4000" dirty="0">
                <a:latin typeface="Cambria" panose="02040503050406030204" pitchFamily="18" charset="0"/>
                <a:ea typeface="Cambria" panose="02040503050406030204" pitchFamily="18" charset="0"/>
              </a:rPr>
              <a:t> </a:t>
            </a:r>
            <a:r>
              <a:rPr lang="en-US" sz="4000" dirty="0" err="1">
                <a:latin typeface="Cambria" panose="02040503050406030204" pitchFamily="18" charset="0"/>
                <a:ea typeface="Cambria" panose="02040503050406030204" pitchFamily="18" charset="0"/>
              </a:rPr>
              <a:t>án</a:t>
            </a:r>
            <a:r>
              <a:rPr lang="en-US" sz="4000" dirty="0">
                <a:latin typeface="Cambria" panose="02040503050406030204" pitchFamily="18" charset="0"/>
                <a:ea typeface="Cambria" panose="02040503050406030204" pitchFamily="18" charset="0"/>
              </a:rPr>
              <a:t> </a:t>
            </a:r>
            <a:r>
              <a:rPr lang="en-US" sz="4000" dirty="0" err="1">
                <a:latin typeface="Cambria" panose="02040503050406030204" pitchFamily="18" charset="0"/>
                <a:ea typeface="Cambria" panose="02040503050406030204" pitchFamily="18" charset="0"/>
              </a:rPr>
              <a:t>tốt</a:t>
            </a:r>
            <a:r>
              <a:rPr lang="en-US" sz="4000" dirty="0">
                <a:latin typeface="Cambria" panose="02040503050406030204" pitchFamily="18" charset="0"/>
                <a:ea typeface="Cambria" panose="02040503050406030204" pitchFamily="18" charset="0"/>
              </a:rPr>
              <a:t> </a:t>
            </a:r>
            <a:r>
              <a:rPr lang="en-US" sz="4000" dirty="0" err="1">
                <a:latin typeface="Cambria" panose="02040503050406030204" pitchFamily="18" charset="0"/>
                <a:ea typeface="Cambria" panose="02040503050406030204" pitchFamily="18" charset="0"/>
              </a:rPr>
              <a:t>nghiệp</a:t>
            </a:r>
            <a:r>
              <a:rPr lang="en-US" sz="4000" dirty="0">
                <a:latin typeface="Cambria" panose="02040503050406030204" pitchFamily="18" charset="0"/>
                <a:ea typeface="Cambria" panose="02040503050406030204" pitchFamily="18" charset="0"/>
              </a:rPr>
              <a:t> </a:t>
            </a:r>
            <a:r>
              <a:rPr lang="en-US" sz="4000" dirty="0" err="1">
                <a:latin typeface="Cambria" panose="02040503050406030204" pitchFamily="18" charset="0"/>
                <a:ea typeface="Cambria" panose="02040503050406030204" pitchFamily="18" charset="0"/>
              </a:rPr>
              <a:t>của</a:t>
            </a:r>
            <a:r>
              <a:rPr lang="en-US" sz="4000" dirty="0">
                <a:latin typeface="Cambria" panose="02040503050406030204" pitchFamily="18" charset="0"/>
                <a:ea typeface="Cambria" panose="02040503050406030204" pitchFamily="18" charset="0"/>
              </a:rPr>
              <a:t> </a:t>
            </a:r>
            <a:r>
              <a:rPr lang="en-US" sz="4000" dirty="0" err="1">
                <a:latin typeface="Cambria" panose="02040503050406030204" pitchFamily="18" charset="0"/>
                <a:ea typeface="Cambria" panose="02040503050406030204" pitchFamily="18" charset="0"/>
              </a:rPr>
              <a:t>em</a:t>
            </a:r>
            <a:r>
              <a:rPr lang="en-US" sz="4000" dirty="0">
                <a:latin typeface="Cambria" panose="02040503050406030204" pitchFamily="18" charset="0"/>
                <a:ea typeface="Cambria" panose="02040503050406030204" pitchFamily="18" charset="0"/>
              </a:rPr>
              <a:t>, do </a:t>
            </a:r>
            <a:r>
              <a:rPr lang="en-US" sz="4000" dirty="0" err="1">
                <a:latin typeface="Cambria" panose="02040503050406030204" pitchFamily="18" charset="0"/>
                <a:ea typeface="Cambria" panose="02040503050406030204" pitchFamily="18" charset="0"/>
              </a:rPr>
              <a:t>giới</a:t>
            </a:r>
            <a:r>
              <a:rPr lang="en-US" sz="4000" dirty="0">
                <a:latin typeface="Cambria" panose="02040503050406030204" pitchFamily="18" charset="0"/>
                <a:ea typeface="Cambria" panose="02040503050406030204" pitchFamily="18" charset="0"/>
              </a:rPr>
              <a:t> </a:t>
            </a:r>
            <a:r>
              <a:rPr lang="en-US" sz="4000" dirty="0" err="1">
                <a:latin typeface="Cambria" panose="02040503050406030204" pitchFamily="18" charset="0"/>
                <a:ea typeface="Cambria" panose="02040503050406030204" pitchFamily="18" charset="0"/>
              </a:rPr>
              <a:t>hạn</a:t>
            </a:r>
            <a:r>
              <a:rPr lang="en-US" sz="4000" dirty="0">
                <a:latin typeface="Cambria" panose="02040503050406030204" pitchFamily="18" charset="0"/>
                <a:ea typeface="Cambria" panose="02040503050406030204" pitchFamily="18" charset="0"/>
              </a:rPr>
              <a:t> </a:t>
            </a:r>
            <a:r>
              <a:rPr lang="en-US" sz="4000" dirty="0" err="1">
                <a:latin typeface="Cambria" panose="02040503050406030204" pitchFamily="18" charset="0"/>
                <a:ea typeface="Cambria" panose="02040503050406030204" pitchFamily="18" charset="0"/>
              </a:rPr>
              <a:t>mặt</a:t>
            </a:r>
            <a:r>
              <a:rPr lang="en-US" sz="4000" dirty="0">
                <a:latin typeface="Cambria" panose="02040503050406030204" pitchFamily="18" charset="0"/>
                <a:ea typeface="Cambria" panose="02040503050406030204" pitchFamily="18" charset="0"/>
              </a:rPr>
              <a:t> </a:t>
            </a:r>
            <a:r>
              <a:rPr lang="en-US" sz="4000" dirty="0" err="1">
                <a:latin typeface="Cambria" panose="02040503050406030204" pitchFamily="18" charset="0"/>
                <a:ea typeface="Cambria" panose="02040503050406030204" pitchFamily="18" charset="0"/>
              </a:rPr>
              <a:t>thời</a:t>
            </a:r>
            <a:r>
              <a:rPr lang="en-US" sz="4000" dirty="0">
                <a:latin typeface="Cambria" panose="02040503050406030204" pitchFamily="18" charset="0"/>
                <a:ea typeface="Cambria" panose="02040503050406030204" pitchFamily="18" charset="0"/>
              </a:rPr>
              <a:t> </a:t>
            </a:r>
            <a:r>
              <a:rPr lang="en-US" sz="4000" dirty="0" err="1">
                <a:latin typeface="Cambria" panose="02040503050406030204" pitchFamily="18" charset="0"/>
                <a:ea typeface="Cambria" panose="02040503050406030204" pitchFamily="18" charset="0"/>
              </a:rPr>
              <a:t>gian</a:t>
            </a:r>
            <a:r>
              <a:rPr lang="en-US" sz="4000" dirty="0">
                <a:latin typeface="Cambria" panose="02040503050406030204" pitchFamily="18" charset="0"/>
                <a:ea typeface="Cambria" panose="02040503050406030204" pitchFamily="18" charset="0"/>
              </a:rPr>
              <a:t> </a:t>
            </a:r>
            <a:r>
              <a:rPr lang="en-US" sz="4000" dirty="0" err="1">
                <a:latin typeface="Cambria" panose="02040503050406030204" pitchFamily="18" charset="0"/>
                <a:ea typeface="Cambria" panose="02040503050406030204" pitchFamily="18" charset="0"/>
              </a:rPr>
              <a:t>cũng</a:t>
            </a:r>
            <a:r>
              <a:rPr lang="en-US" sz="4000" dirty="0">
                <a:latin typeface="Cambria" panose="02040503050406030204" pitchFamily="18" charset="0"/>
                <a:ea typeface="Cambria" panose="02040503050406030204" pitchFamily="18" charset="0"/>
              </a:rPr>
              <a:t> </a:t>
            </a:r>
            <a:r>
              <a:rPr lang="en-US" sz="4000" dirty="0" err="1">
                <a:latin typeface="Cambria" panose="02040503050406030204" pitchFamily="18" charset="0"/>
                <a:ea typeface="Cambria" panose="02040503050406030204" pitchFamily="18" charset="0"/>
              </a:rPr>
              <a:t>như</a:t>
            </a:r>
            <a:r>
              <a:rPr lang="en-US" sz="4000" dirty="0">
                <a:latin typeface="Cambria" panose="02040503050406030204" pitchFamily="18" charset="0"/>
                <a:ea typeface="Cambria" panose="02040503050406030204" pitchFamily="18" charset="0"/>
              </a:rPr>
              <a:t> </a:t>
            </a:r>
            <a:r>
              <a:rPr lang="en-US" sz="4000" dirty="0" err="1">
                <a:latin typeface="Cambria" panose="02040503050406030204" pitchFamily="18" charset="0"/>
                <a:ea typeface="Cambria" panose="02040503050406030204" pitchFamily="18" charset="0"/>
              </a:rPr>
              <a:t>mặt</a:t>
            </a:r>
            <a:r>
              <a:rPr lang="en-US" sz="4000" dirty="0">
                <a:latin typeface="Cambria" panose="02040503050406030204" pitchFamily="18" charset="0"/>
                <a:ea typeface="Cambria" panose="02040503050406030204" pitchFamily="18" charset="0"/>
              </a:rPr>
              <a:t> </a:t>
            </a:r>
            <a:r>
              <a:rPr lang="en-US" sz="4000" dirty="0" err="1">
                <a:latin typeface="Cambria" panose="02040503050406030204" pitchFamily="18" charset="0"/>
                <a:ea typeface="Cambria" panose="02040503050406030204" pitchFamily="18" charset="0"/>
              </a:rPr>
              <a:t>kiến</a:t>
            </a:r>
            <a:r>
              <a:rPr lang="en-US" sz="4000" dirty="0">
                <a:latin typeface="Cambria" panose="02040503050406030204" pitchFamily="18" charset="0"/>
                <a:ea typeface="Cambria" panose="02040503050406030204" pitchFamily="18" charset="0"/>
              </a:rPr>
              <a:t> </a:t>
            </a:r>
            <a:r>
              <a:rPr lang="en-US" sz="4000" dirty="0" err="1">
                <a:latin typeface="Cambria" panose="02040503050406030204" pitchFamily="18" charset="0"/>
                <a:ea typeface="Cambria" panose="02040503050406030204" pitchFamily="18" charset="0"/>
              </a:rPr>
              <a:t>thức</a:t>
            </a:r>
            <a:r>
              <a:rPr lang="en-US" sz="4000" dirty="0">
                <a:latin typeface="Cambria" panose="02040503050406030204" pitchFamily="18" charset="0"/>
                <a:ea typeface="Cambria" panose="02040503050406030204" pitchFamily="18" charset="0"/>
              </a:rPr>
              <a:t> </a:t>
            </a:r>
            <a:r>
              <a:rPr lang="en-US" sz="4000" dirty="0" err="1">
                <a:latin typeface="Cambria" panose="02040503050406030204" pitchFamily="18" charset="0"/>
                <a:ea typeface="Cambria" panose="02040503050406030204" pitchFamily="18" charset="0"/>
              </a:rPr>
              <a:t>trong</a:t>
            </a:r>
            <a:r>
              <a:rPr lang="en-US" sz="4000" dirty="0">
                <a:latin typeface="Cambria" panose="02040503050406030204" pitchFamily="18" charset="0"/>
                <a:ea typeface="Cambria" panose="02040503050406030204" pitchFamily="18" charset="0"/>
              </a:rPr>
              <a:t> </a:t>
            </a:r>
            <a:r>
              <a:rPr lang="en-US" sz="4000" dirty="0" err="1">
                <a:latin typeface="Cambria" panose="02040503050406030204" pitchFamily="18" charset="0"/>
                <a:ea typeface="Cambria" panose="02040503050406030204" pitchFamily="18" charset="0"/>
              </a:rPr>
              <a:t>khi</a:t>
            </a:r>
            <a:r>
              <a:rPr lang="en-US" sz="4000" dirty="0">
                <a:latin typeface="Cambria" panose="02040503050406030204" pitchFamily="18" charset="0"/>
                <a:ea typeface="Cambria" panose="02040503050406030204" pitchFamily="18" charset="0"/>
              </a:rPr>
              <a:t> </a:t>
            </a:r>
            <a:r>
              <a:rPr lang="en-US" sz="4000" dirty="0" err="1">
                <a:latin typeface="Cambria" panose="02040503050406030204" pitchFamily="18" charset="0"/>
                <a:ea typeface="Cambria" panose="02040503050406030204" pitchFamily="18" charset="0"/>
              </a:rPr>
              <a:t>làm</a:t>
            </a:r>
            <a:r>
              <a:rPr lang="en-US" sz="4000" dirty="0">
                <a:latin typeface="Cambria" panose="02040503050406030204" pitchFamily="18" charset="0"/>
                <a:ea typeface="Cambria" panose="02040503050406030204" pitchFamily="18" charset="0"/>
              </a:rPr>
              <a:t> </a:t>
            </a:r>
            <a:r>
              <a:rPr lang="en-US" sz="4000" dirty="0" err="1">
                <a:latin typeface="Cambria" panose="02040503050406030204" pitchFamily="18" charset="0"/>
                <a:ea typeface="Cambria" panose="02040503050406030204" pitchFamily="18" charset="0"/>
              </a:rPr>
              <a:t>đồ</a:t>
            </a:r>
            <a:r>
              <a:rPr lang="en-US" sz="4000" dirty="0">
                <a:latin typeface="Cambria" panose="02040503050406030204" pitchFamily="18" charset="0"/>
                <a:ea typeface="Cambria" panose="02040503050406030204" pitchFamily="18" charset="0"/>
              </a:rPr>
              <a:t> </a:t>
            </a:r>
            <a:r>
              <a:rPr lang="en-US" sz="4000" dirty="0" err="1">
                <a:latin typeface="Cambria" panose="02040503050406030204" pitchFamily="18" charset="0"/>
                <a:ea typeface="Cambria" panose="02040503050406030204" pitchFamily="18" charset="0"/>
              </a:rPr>
              <a:t>án</a:t>
            </a:r>
            <a:r>
              <a:rPr lang="en-US" sz="4000" dirty="0">
                <a:latin typeface="Cambria" panose="02040503050406030204" pitchFamily="18" charset="0"/>
                <a:ea typeface="Cambria" panose="02040503050406030204" pitchFamily="18" charset="0"/>
              </a:rPr>
              <a:t> </a:t>
            </a:r>
            <a:r>
              <a:rPr lang="en-US" sz="4000" dirty="0" err="1">
                <a:latin typeface="Cambria" panose="02040503050406030204" pitchFamily="18" charset="0"/>
                <a:ea typeface="Cambria" panose="02040503050406030204" pitchFamily="18" charset="0"/>
              </a:rPr>
              <a:t>còn</a:t>
            </a:r>
            <a:r>
              <a:rPr lang="en-US" sz="4000" dirty="0">
                <a:latin typeface="Cambria" panose="02040503050406030204" pitchFamily="18" charset="0"/>
                <a:ea typeface="Cambria" panose="02040503050406030204" pitchFamily="18" charset="0"/>
              </a:rPr>
              <a:t> </a:t>
            </a:r>
            <a:r>
              <a:rPr lang="en-US" sz="4000" dirty="0" err="1">
                <a:latin typeface="Cambria" panose="02040503050406030204" pitchFamily="18" charset="0"/>
                <a:ea typeface="Cambria" panose="02040503050406030204" pitchFamily="18" charset="0"/>
              </a:rPr>
              <a:t>hạn</a:t>
            </a:r>
            <a:r>
              <a:rPr lang="en-US" sz="4000" dirty="0">
                <a:latin typeface="Cambria" panose="02040503050406030204" pitchFamily="18" charset="0"/>
                <a:ea typeface="Cambria" panose="02040503050406030204" pitchFamily="18" charset="0"/>
              </a:rPr>
              <a:t> </a:t>
            </a:r>
            <a:r>
              <a:rPr lang="en-US" sz="4000" dirty="0" err="1">
                <a:latin typeface="Cambria" panose="02040503050406030204" pitchFamily="18" charset="0"/>
                <a:ea typeface="Cambria" panose="02040503050406030204" pitchFamily="18" charset="0"/>
              </a:rPr>
              <a:t>chế</a:t>
            </a:r>
            <a:r>
              <a:rPr lang="en-US" sz="4000" dirty="0">
                <a:latin typeface="Cambria" panose="02040503050406030204" pitchFamily="18" charset="0"/>
                <a:ea typeface="Cambria" panose="02040503050406030204" pitchFamily="18" charset="0"/>
              </a:rPr>
              <a:t> </a:t>
            </a:r>
            <a:r>
              <a:rPr lang="en-US" sz="4000" dirty="0" err="1">
                <a:latin typeface="Cambria" panose="02040503050406030204" pitchFamily="18" charset="0"/>
                <a:ea typeface="Cambria" panose="02040503050406030204" pitchFamily="18" charset="0"/>
              </a:rPr>
              <a:t>không</a:t>
            </a:r>
            <a:r>
              <a:rPr lang="en-US" sz="4000" dirty="0">
                <a:latin typeface="Cambria" panose="02040503050406030204" pitchFamily="18" charset="0"/>
                <a:ea typeface="Cambria" panose="02040503050406030204" pitchFamily="18" charset="0"/>
              </a:rPr>
              <a:t> </a:t>
            </a:r>
            <a:r>
              <a:rPr lang="en-US" sz="4000" dirty="0" err="1">
                <a:latin typeface="Cambria" panose="02040503050406030204" pitchFamily="18" charset="0"/>
                <a:ea typeface="Cambria" panose="02040503050406030204" pitchFamily="18" charset="0"/>
              </a:rPr>
              <a:t>tránh</a:t>
            </a:r>
            <a:r>
              <a:rPr lang="en-US" sz="4000" dirty="0">
                <a:latin typeface="Cambria" panose="02040503050406030204" pitchFamily="18" charset="0"/>
                <a:ea typeface="Cambria" panose="02040503050406030204" pitchFamily="18" charset="0"/>
              </a:rPr>
              <a:t> </a:t>
            </a:r>
            <a:r>
              <a:rPr lang="en-US" sz="4000" dirty="0" err="1">
                <a:latin typeface="Cambria" panose="02040503050406030204" pitchFamily="18" charset="0"/>
                <a:ea typeface="Cambria" panose="02040503050406030204" pitchFamily="18" charset="0"/>
              </a:rPr>
              <a:t>khỏi</a:t>
            </a:r>
            <a:r>
              <a:rPr lang="en-US" sz="4000" dirty="0">
                <a:latin typeface="Cambria" panose="02040503050406030204" pitchFamily="18" charset="0"/>
                <a:ea typeface="Cambria" panose="02040503050406030204" pitchFamily="18" charset="0"/>
              </a:rPr>
              <a:t> </a:t>
            </a:r>
            <a:r>
              <a:rPr lang="en-US" sz="4000" dirty="0" err="1">
                <a:latin typeface="Cambria" panose="02040503050406030204" pitchFamily="18" charset="0"/>
                <a:ea typeface="Cambria" panose="02040503050406030204" pitchFamily="18" charset="0"/>
              </a:rPr>
              <a:t>những</a:t>
            </a:r>
            <a:r>
              <a:rPr lang="en-US" sz="4000" dirty="0">
                <a:latin typeface="Cambria" panose="02040503050406030204" pitchFamily="18" charset="0"/>
                <a:ea typeface="Cambria" panose="02040503050406030204" pitchFamily="18" charset="0"/>
              </a:rPr>
              <a:t> </a:t>
            </a:r>
            <a:r>
              <a:rPr lang="en-US" sz="4000" dirty="0" err="1">
                <a:latin typeface="Cambria" panose="02040503050406030204" pitchFamily="18" charset="0"/>
                <a:ea typeface="Cambria" panose="02040503050406030204" pitchFamily="18" charset="0"/>
              </a:rPr>
              <a:t>sai</a:t>
            </a:r>
            <a:r>
              <a:rPr lang="en-US" sz="4000" dirty="0">
                <a:latin typeface="Cambria" panose="02040503050406030204" pitchFamily="18" charset="0"/>
                <a:ea typeface="Cambria" panose="02040503050406030204" pitchFamily="18" charset="0"/>
              </a:rPr>
              <a:t> </a:t>
            </a:r>
            <a:r>
              <a:rPr lang="en-US" sz="4000" dirty="0" err="1">
                <a:latin typeface="Cambria" panose="02040503050406030204" pitchFamily="18" charset="0"/>
                <a:ea typeface="Cambria" panose="02040503050406030204" pitchFamily="18" charset="0"/>
              </a:rPr>
              <a:t>xót</a:t>
            </a:r>
            <a:r>
              <a:rPr lang="en-US" sz="4000" dirty="0">
                <a:latin typeface="Cambria" panose="02040503050406030204" pitchFamily="18" charset="0"/>
                <a:ea typeface="Cambria" panose="02040503050406030204" pitchFamily="18" charset="0"/>
              </a:rPr>
              <a:t>, </a:t>
            </a:r>
            <a:r>
              <a:rPr lang="en-US" sz="4000" dirty="0" err="1">
                <a:latin typeface="Cambria" panose="02040503050406030204" pitchFamily="18" charset="0"/>
                <a:ea typeface="Cambria" panose="02040503050406030204" pitchFamily="18" charset="0"/>
              </a:rPr>
              <a:t>em</a:t>
            </a:r>
            <a:r>
              <a:rPr lang="en-US" sz="4000" dirty="0">
                <a:latin typeface="Cambria" panose="02040503050406030204" pitchFamily="18" charset="0"/>
                <a:ea typeface="Cambria" panose="02040503050406030204" pitchFamily="18" charset="0"/>
              </a:rPr>
              <a:t> </a:t>
            </a:r>
            <a:r>
              <a:rPr lang="en-US" sz="4000" dirty="0" err="1">
                <a:latin typeface="Cambria" panose="02040503050406030204" pitchFamily="18" charset="0"/>
                <a:ea typeface="Cambria" panose="02040503050406030204" pitchFamily="18" charset="0"/>
              </a:rPr>
              <a:t>rất</a:t>
            </a:r>
            <a:r>
              <a:rPr lang="en-US" sz="4000" dirty="0">
                <a:latin typeface="Cambria" panose="02040503050406030204" pitchFamily="18" charset="0"/>
                <a:ea typeface="Cambria" panose="02040503050406030204" pitchFamily="18" charset="0"/>
              </a:rPr>
              <a:t> </a:t>
            </a:r>
            <a:r>
              <a:rPr lang="en-US" sz="4000" dirty="0" err="1">
                <a:latin typeface="Cambria" panose="02040503050406030204" pitchFamily="18" charset="0"/>
                <a:ea typeface="Cambria" panose="02040503050406030204" pitchFamily="18" charset="0"/>
              </a:rPr>
              <a:t>mong</a:t>
            </a:r>
            <a:r>
              <a:rPr lang="en-US" sz="4000" dirty="0">
                <a:latin typeface="Cambria" panose="02040503050406030204" pitchFamily="18" charset="0"/>
                <a:ea typeface="Cambria" panose="02040503050406030204" pitchFamily="18" charset="0"/>
              </a:rPr>
              <a:t> </a:t>
            </a:r>
            <a:r>
              <a:rPr lang="en-US" sz="4000" dirty="0" err="1">
                <a:latin typeface="Cambria" panose="02040503050406030204" pitchFamily="18" charset="0"/>
                <a:ea typeface="Cambria" panose="02040503050406030204" pitchFamily="18" charset="0"/>
              </a:rPr>
              <a:t>nhận</a:t>
            </a:r>
            <a:r>
              <a:rPr lang="en-US" sz="4000" dirty="0">
                <a:latin typeface="Cambria" panose="02040503050406030204" pitchFamily="18" charset="0"/>
                <a:ea typeface="Cambria" panose="02040503050406030204" pitchFamily="18" charset="0"/>
              </a:rPr>
              <a:t> </a:t>
            </a:r>
            <a:r>
              <a:rPr lang="en-US" sz="4000" dirty="0" err="1">
                <a:latin typeface="Cambria" panose="02040503050406030204" pitchFamily="18" charset="0"/>
                <a:ea typeface="Cambria" panose="02040503050406030204" pitchFamily="18" charset="0"/>
              </a:rPr>
              <a:t>đc</a:t>
            </a:r>
            <a:r>
              <a:rPr lang="en-US" sz="4000" dirty="0">
                <a:latin typeface="Cambria" panose="02040503050406030204" pitchFamily="18" charset="0"/>
                <a:ea typeface="Cambria" panose="02040503050406030204" pitchFamily="18" charset="0"/>
              </a:rPr>
              <a:t> </a:t>
            </a:r>
            <a:r>
              <a:rPr lang="en-US" sz="4000" dirty="0" err="1">
                <a:latin typeface="Cambria" panose="02040503050406030204" pitchFamily="18" charset="0"/>
                <a:ea typeface="Cambria" panose="02040503050406030204" pitchFamily="18" charset="0"/>
              </a:rPr>
              <a:t>sự</a:t>
            </a:r>
            <a:r>
              <a:rPr lang="en-US" sz="4000" dirty="0">
                <a:latin typeface="Cambria" panose="02040503050406030204" pitchFamily="18" charset="0"/>
                <a:ea typeface="Cambria" panose="02040503050406030204" pitchFamily="18" charset="0"/>
              </a:rPr>
              <a:t> </a:t>
            </a:r>
            <a:r>
              <a:rPr lang="en-US" sz="4000" dirty="0" err="1">
                <a:latin typeface="Cambria" panose="02040503050406030204" pitchFamily="18" charset="0"/>
                <a:ea typeface="Cambria" panose="02040503050406030204" pitchFamily="18" charset="0"/>
              </a:rPr>
              <a:t>góp</a:t>
            </a:r>
            <a:r>
              <a:rPr lang="en-US" sz="4000" dirty="0">
                <a:latin typeface="Cambria" panose="02040503050406030204" pitchFamily="18" charset="0"/>
                <a:ea typeface="Cambria" panose="02040503050406030204" pitchFamily="18" charset="0"/>
              </a:rPr>
              <a:t> </a:t>
            </a:r>
            <a:r>
              <a:rPr lang="en-US" sz="4000" dirty="0" err="1">
                <a:latin typeface="Cambria" panose="02040503050406030204" pitchFamily="18" charset="0"/>
                <a:ea typeface="Cambria" panose="02040503050406030204" pitchFamily="18" charset="0"/>
              </a:rPr>
              <a:t>ý</a:t>
            </a:r>
            <a:r>
              <a:rPr lang="en-US" sz="4000" dirty="0">
                <a:latin typeface="Cambria" panose="02040503050406030204" pitchFamily="18" charset="0"/>
                <a:ea typeface="Cambria" panose="02040503050406030204" pitchFamily="18" charset="0"/>
              </a:rPr>
              <a:t> </a:t>
            </a:r>
            <a:r>
              <a:rPr lang="en-US" sz="4000" dirty="0" err="1">
                <a:latin typeface="Cambria" panose="02040503050406030204" pitchFamily="18" charset="0"/>
                <a:ea typeface="Cambria" panose="02040503050406030204" pitchFamily="18" charset="0"/>
              </a:rPr>
              <a:t>từ</a:t>
            </a:r>
            <a:r>
              <a:rPr lang="en-US" sz="4000" dirty="0">
                <a:latin typeface="Cambria" panose="02040503050406030204" pitchFamily="18" charset="0"/>
                <a:ea typeface="Cambria" panose="02040503050406030204" pitchFamily="18" charset="0"/>
              </a:rPr>
              <a:t> </a:t>
            </a:r>
            <a:r>
              <a:rPr lang="en-US" sz="4000" dirty="0" err="1">
                <a:latin typeface="Cambria" panose="02040503050406030204" pitchFamily="18" charset="0"/>
                <a:ea typeface="Cambria" panose="02040503050406030204" pitchFamily="18" charset="0"/>
              </a:rPr>
              <a:t>các</a:t>
            </a:r>
            <a:r>
              <a:rPr lang="en-US" sz="4000" dirty="0">
                <a:latin typeface="Cambria" panose="02040503050406030204" pitchFamily="18" charset="0"/>
                <a:ea typeface="Cambria" panose="02040503050406030204" pitchFamily="18" charset="0"/>
              </a:rPr>
              <a:t> </a:t>
            </a:r>
            <a:r>
              <a:rPr lang="en-US" sz="4000" dirty="0" err="1">
                <a:latin typeface="Cambria" panose="02040503050406030204" pitchFamily="18" charset="0"/>
                <a:ea typeface="Cambria" panose="02040503050406030204" pitchFamily="18" charset="0"/>
              </a:rPr>
              <a:t>thầy</a:t>
            </a:r>
            <a:r>
              <a:rPr lang="en-US" sz="4000" dirty="0">
                <a:latin typeface="Cambria" panose="02040503050406030204" pitchFamily="18" charset="0"/>
                <a:ea typeface="Cambria" panose="02040503050406030204" pitchFamily="18" charset="0"/>
              </a:rPr>
              <a:t> </a:t>
            </a:r>
            <a:r>
              <a:rPr lang="en-US" sz="4000" dirty="0" err="1">
                <a:latin typeface="Cambria" panose="02040503050406030204" pitchFamily="18" charset="0"/>
                <a:ea typeface="Cambria" panose="02040503050406030204" pitchFamily="18" charset="0"/>
              </a:rPr>
              <a:t>cô</a:t>
            </a:r>
            <a:r>
              <a:rPr lang="en-US" sz="4000" dirty="0">
                <a:latin typeface="Cambria" panose="02040503050406030204" pitchFamily="18" charset="0"/>
                <a:ea typeface="Cambria" panose="02040503050406030204" pitchFamily="18" charset="0"/>
              </a:rPr>
              <a:t> </a:t>
            </a:r>
            <a:r>
              <a:rPr lang="en-US" sz="4000" dirty="0" err="1">
                <a:latin typeface="Cambria" panose="02040503050406030204" pitchFamily="18" charset="0"/>
                <a:ea typeface="Cambria" panose="02040503050406030204" pitchFamily="18" charset="0"/>
              </a:rPr>
              <a:t>và</a:t>
            </a:r>
            <a:r>
              <a:rPr lang="en-US" sz="4000" dirty="0">
                <a:latin typeface="Cambria" panose="02040503050406030204" pitchFamily="18" charset="0"/>
                <a:ea typeface="Cambria" panose="02040503050406030204" pitchFamily="18" charset="0"/>
              </a:rPr>
              <a:t> </a:t>
            </a:r>
            <a:r>
              <a:rPr lang="en-US" sz="4000" dirty="0" err="1">
                <a:latin typeface="Cambria" panose="02040503050406030204" pitchFamily="18" charset="0"/>
                <a:ea typeface="Cambria" panose="02040503050406030204" pitchFamily="18" charset="0"/>
              </a:rPr>
              <a:t>các</a:t>
            </a:r>
            <a:r>
              <a:rPr lang="en-US" sz="4000" dirty="0">
                <a:latin typeface="Cambria" panose="02040503050406030204" pitchFamily="18" charset="0"/>
                <a:ea typeface="Cambria" panose="02040503050406030204" pitchFamily="18" charset="0"/>
              </a:rPr>
              <a:t> </a:t>
            </a:r>
            <a:r>
              <a:rPr lang="en-US" sz="4000" dirty="0" err="1">
                <a:latin typeface="Cambria" panose="02040503050406030204" pitchFamily="18" charset="0"/>
                <a:ea typeface="Cambria" panose="02040503050406030204" pitchFamily="18" charset="0"/>
              </a:rPr>
              <a:t>bạn</a:t>
            </a:r>
            <a:r>
              <a:rPr lang="en-US" sz="4000" dirty="0">
                <a:latin typeface="Cambria" panose="02040503050406030204" pitchFamily="18" charset="0"/>
                <a:ea typeface="Cambria" panose="02040503050406030204" pitchFamily="18" charset="0"/>
              </a:rPr>
              <a:t> </a:t>
            </a:r>
            <a:r>
              <a:rPr lang="en-US" sz="4000" dirty="0" err="1">
                <a:latin typeface="Cambria" panose="02040503050406030204" pitchFamily="18" charset="0"/>
                <a:ea typeface="Cambria" panose="02040503050406030204" pitchFamily="18" charset="0"/>
              </a:rPr>
              <a:t>để</a:t>
            </a:r>
            <a:r>
              <a:rPr lang="en-US" sz="4000" dirty="0">
                <a:latin typeface="Cambria" panose="02040503050406030204" pitchFamily="18" charset="0"/>
                <a:ea typeface="Cambria" panose="02040503050406030204" pitchFamily="18" charset="0"/>
              </a:rPr>
              <a:t> e </a:t>
            </a:r>
            <a:r>
              <a:rPr lang="en-US" sz="4000" dirty="0" err="1">
                <a:latin typeface="Cambria" panose="02040503050406030204" pitchFamily="18" charset="0"/>
                <a:ea typeface="Cambria" panose="02040503050406030204" pitchFamily="18" charset="0"/>
              </a:rPr>
              <a:t>hoàn</a:t>
            </a:r>
            <a:r>
              <a:rPr lang="en-US" sz="4000" dirty="0">
                <a:latin typeface="Cambria" panose="02040503050406030204" pitchFamily="18" charset="0"/>
                <a:ea typeface="Cambria" panose="02040503050406030204" pitchFamily="18" charset="0"/>
              </a:rPr>
              <a:t> </a:t>
            </a:r>
            <a:r>
              <a:rPr lang="en-US" sz="4000" dirty="0" err="1">
                <a:latin typeface="Cambria" panose="02040503050406030204" pitchFamily="18" charset="0"/>
                <a:ea typeface="Cambria" panose="02040503050406030204" pitchFamily="18" charset="0"/>
              </a:rPr>
              <a:t>thiện</a:t>
            </a:r>
            <a:r>
              <a:rPr lang="en-US" sz="4000" dirty="0">
                <a:latin typeface="Cambria" panose="02040503050406030204" pitchFamily="18" charset="0"/>
                <a:ea typeface="Cambria" panose="02040503050406030204" pitchFamily="18" charset="0"/>
              </a:rPr>
              <a:t> </a:t>
            </a:r>
            <a:r>
              <a:rPr lang="en-US" sz="4000" dirty="0" err="1">
                <a:latin typeface="Cambria" panose="02040503050406030204" pitchFamily="18" charset="0"/>
                <a:ea typeface="Cambria" panose="02040503050406030204" pitchFamily="18" charset="0"/>
              </a:rPr>
              <a:t>đồ</a:t>
            </a:r>
            <a:r>
              <a:rPr lang="en-US" sz="4000" dirty="0">
                <a:latin typeface="Cambria" panose="02040503050406030204" pitchFamily="18" charset="0"/>
                <a:ea typeface="Cambria" panose="02040503050406030204" pitchFamily="18" charset="0"/>
              </a:rPr>
              <a:t> </a:t>
            </a:r>
            <a:r>
              <a:rPr lang="en-US" sz="4000" dirty="0" err="1">
                <a:latin typeface="Cambria" panose="02040503050406030204" pitchFamily="18" charset="0"/>
                <a:ea typeface="Cambria" panose="02040503050406030204" pitchFamily="18" charset="0"/>
              </a:rPr>
              <a:t>án</a:t>
            </a:r>
            <a:r>
              <a:rPr lang="en-US" sz="4000" dirty="0">
                <a:latin typeface="Cambria" panose="02040503050406030204" pitchFamily="18" charset="0"/>
                <a:ea typeface="Cambria" panose="02040503050406030204" pitchFamily="18" charset="0"/>
              </a:rPr>
              <a:t> </a:t>
            </a:r>
            <a:r>
              <a:rPr lang="en-US" sz="4000" dirty="0" err="1">
                <a:latin typeface="Cambria" panose="02040503050406030204" pitchFamily="18" charset="0"/>
                <a:ea typeface="Cambria" panose="02040503050406030204" pitchFamily="18" charset="0"/>
              </a:rPr>
              <a:t>của</a:t>
            </a:r>
            <a:r>
              <a:rPr lang="en-US" sz="4000" dirty="0">
                <a:latin typeface="Cambria" panose="02040503050406030204" pitchFamily="18" charset="0"/>
                <a:ea typeface="Cambria" panose="02040503050406030204" pitchFamily="18" charset="0"/>
              </a:rPr>
              <a:t> </a:t>
            </a:r>
            <a:r>
              <a:rPr lang="en-US" sz="4000" dirty="0" err="1">
                <a:latin typeface="Cambria" panose="02040503050406030204" pitchFamily="18" charset="0"/>
                <a:ea typeface="Cambria" panose="02040503050406030204" pitchFamily="18" charset="0"/>
              </a:rPr>
              <a:t>mình</a:t>
            </a:r>
            <a:r>
              <a:rPr lang="en-US" sz="4000" dirty="0">
                <a:latin typeface="Cambria" panose="02040503050406030204" pitchFamily="18" charset="0"/>
                <a:ea typeface="Cambria" panose="02040503050406030204" pitchFamily="18" charset="0"/>
              </a:rPr>
              <a:t> 1 </a:t>
            </a:r>
            <a:r>
              <a:rPr lang="en-US" sz="4000" dirty="0" err="1">
                <a:latin typeface="Cambria" panose="02040503050406030204" pitchFamily="18" charset="0"/>
                <a:ea typeface="Cambria" panose="02040503050406030204" pitchFamily="18" charset="0"/>
              </a:rPr>
              <a:t>cách</a:t>
            </a:r>
            <a:r>
              <a:rPr lang="en-US" sz="4000" dirty="0">
                <a:latin typeface="Cambria" panose="02040503050406030204" pitchFamily="18" charset="0"/>
                <a:ea typeface="Cambria" panose="02040503050406030204" pitchFamily="18" charset="0"/>
              </a:rPr>
              <a:t> </a:t>
            </a:r>
            <a:r>
              <a:rPr lang="en-US" sz="4000" dirty="0" err="1">
                <a:latin typeface="Cambria" panose="02040503050406030204" pitchFamily="18" charset="0"/>
                <a:ea typeface="Cambria" panose="02040503050406030204" pitchFamily="18" charset="0"/>
              </a:rPr>
              <a:t>tốt</a:t>
            </a:r>
            <a:r>
              <a:rPr lang="en-US" sz="4000" dirty="0">
                <a:latin typeface="Cambria" panose="02040503050406030204" pitchFamily="18" charset="0"/>
                <a:ea typeface="Cambria" panose="02040503050406030204" pitchFamily="18" charset="0"/>
              </a:rPr>
              <a:t> </a:t>
            </a:r>
            <a:r>
              <a:rPr lang="en-US" sz="4000" dirty="0" err="1">
                <a:latin typeface="Cambria" panose="02040503050406030204" pitchFamily="18" charset="0"/>
                <a:ea typeface="Cambria" panose="02040503050406030204" pitchFamily="18" charset="0"/>
              </a:rPr>
              <a:t>hơn</a:t>
            </a:r>
            <a:r>
              <a:rPr lang="en-US" sz="4000" dirty="0">
                <a:latin typeface="Cambria" panose="02040503050406030204" pitchFamily="18" charset="0"/>
                <a:ea typeface="Cambria" panose="02040503050406030204" pitchFamily="18" charset="0"/>
              </a:rPr>
              <a:t>. </a:t>
            </a:r>
            <a:r>
              <a:rPr lang="en-US" sz="4000" dirty="0" err="1">
                <a:latin typeface="Cambria" panose="02040503050406030204" pitchFamily="18" charset="0"/>
                <a:ea typeface="Cambria" panose="02040503050406030204" pitchFamily="18" charset="0"/>
              </a:rPr>
              <a:t>Một</a:t>
            </a:r>
            <a:r>
              <a:rPr lang="en-US" sz="4000" dirty="0">
                <a:latin typeface="Cambria" panose="02040503050406030204" pitchFamily="18" charset="0"/>
                <a:ea typeface="Cambria" panose="02040503050406030204" pitchFamily="18" charset="0"/>
              </a:rPr>
              <a:t> </a:t>
            </a:r>
            <a:r>
              <a:rPr lang="en-US" sz="4000" dirty="0" err="1">
                <a:latin typeface="Cambria" panose="02040503050406030204" pitchFamily="18" charset="0"/>
                <a:ea typeface="Cambria" panose="02040503050406030204" pitchFamily="18" charset="0"/>
              </a:rPr>
              <a:t>lần</a:t>
            </a:r>
            <a:r>
              <a:rPr lang="en-US" sz="4000" dirty="0">
                <a:latin typeface="Cambria" panose="02040503050406030204" pitchFamily="18" charset="0"/>
                <a:ea typeface="Cambria" panose="02040503050406030204" pitchFamily="18" charset="0"/>
              </a:rPr>
              <a:t> </a:t>
            </a:r>
            <a:r>
              <a:rPr lang="en-US" sz="4000" dirty="0" err="1">
                <a:latin typeface="Cambria" panose="02040503050406030204" pitchFamily="18" charset="0"/>
                <a:ea typeface="Cambria" panose="02040503050406030204" pitchFamily="18" charset="0"/>
              </a:rPr>
              <a:t>nữa</a:t>
            </a:r>
            <a:r>
              <a:rPr lang="en-US" sz="4000" dirty="0">
                <a:latin typeface="Cambria" panose="02040503050406030204" pitchFamily="18" charset="0"/>
                <a:ea typeface="Cambria" panose="02040503050406030204" pitchFamily="18" charset="0"/>
              </a:rPr>
              <a:t> </a:t>
            </a:r>
            <a:r>
              <a:rPr lang="en-US" sz="4000" dirty="0" err="1">
                <a:latin typeface="Cambria" panose="02040503050406030204" pitchFamily="18" charset="0"/>
                <a:ea typeface="Cambria" panose="02040503050406030204" pitchFamily="18" charset="0"/>
              </a:rPr>
              <a:t>xin</a:t>
            </a:r>
            <a:r>
              <a:rPr lang="en-US" sz="4000" dirty="0">
                <a:latin typeface="Cambria" panose="02040503050406030204" pitchFamily="18" charset="0"/>
                <a:ea typeface="Cambria" panose="02040503050406030204" pitchFamily="18" charset="0"/>
              </a:rPr>
              <a:t> </a:t>
            </a:r>
            <a:r>
              <a:rPr lang="en-US" sz="4000" dirty="0" err="1">
                <a:latin typeface="Cambria" panose="02040503050406030204" pitchFamily="18" charset="0"/>
                <a:ea typeface="Cambria" panose="02040503050406030204" pitchFamily="18" charset="0"/>
              </a:rPr>
              <a:t>trân</a:t>
            </a:r>
            <a:r>
              <a:rPr lang="en-US" sz="4000" dirty="0">
                <a:latin typeface="Cambria" panose="02040503050406030204" pitchFamily="18" charset="0"/>
                <a:ea typeface="Cambria" panose="02040503050406030204" pitchFamily="18" charset="0"/>
              </a:rPr>
              <a:t> </a:t>
            </a:r>
            <a:r>
              <a:rPr lang="en-US" sz="4000" dirty="0" err="1">
                <a:latin typeface="Cambria" panose="02040503050406030204" pitchFamily="18" charset="0"/>
                <a:ea typeface="Cambria" panose="02040503050406030204" pitchFamily="18" charset="0"/>
              </a:rPr>
              <a:t>thành</a:t>
            </a:r>
            <a:r>
              <a:rPr lang="en-US" sz="4000" dirty="0">
                <a:latin typeface="Cambria" panose="02040503050406030204" pitchFamily="18" charset="0"/>
                <a:ea typeface="Cambria" panose="02040503050406030204" pitchFamily="18" charset="0"/>
              </a:rPr>
              <a:t> </a:t>
            </a:r>
            <a:r>
              <a:rPr lang="en-US" sz="4000" dirty="0" err="1">
                <a:latin typeface="Cambria" panose="02040503050406030204" pitchFamily="18" charset="0"/>
                <a:ea typeface="Cambria" panose="02040503050406030204" pitchFamily="18" charset="0"/>
              </a:rPr>
              <a:t>cảm</a:t>
            </a:r>
            <a:r>
              <a:rPr lang="en-US" sz="4000" dirty="0">
                <a:latin typeface="Cambria" panose="02040503050406030204" pitchFamily="18" charset="0"/>
                <a:ea typeface="Cambria" panose="02040503050406030204" pitchFamily="18" charset="0"/>
              </a:rPr>
              <a:t> </a:t>
            </a:r>
            <a:r>
              <a:rPr lang="en-US" sz="4000" dirty="0" err="1">
                <a:latin typeface="Cambria" panose="02040503050406030204" pitchFamily="18" charset="0"/>
                <a:ea typeface="Cambria" panose="02040503050406030204" pitchFamily="18" charset="0"/>
              </a:rPr>
              <a:t>ơn</a:t>
            </a:r>
            <a:r>
              <a:rPr lang="en-US" sz="4000" dirty="0">
                <a:latin typeface="Cambria" panose="02040503050406030204" pitchFamily="18" charset="0"/>
                <a:ea typeface="Cambria" panose="02040503050406030204" pitchFamily="18" charset="0"/>
              </a:rPr>
              <a:t> </a:t>
            </a:r>
            <a:r>
              <a:rPr lang="en-US" sz="4000" dirty="0" err="1">
                <a:latin typeface="Cambria" panose="02040503050406030204" pitchFamily="18" charset="0"/>
                <a:ea typeface="Cambria" panose="02040503050406030204" pitchFamily="18" charset="0"/>
              </a:rPr>
              <a:t>thầy</a:t>
            </a:r>
            <a:r>
              <a:rPr lang="en-US" sz="4000" dirty="0">
                <a:latin typeface="Cambria" panose="02040503050406030204" pitchFamily="18" charset="0"/>
                <a:ea typeface="Cambria" panose="02040503050406030204" pitchFamily="18" charset="0"/>
              </a:rPr>
              <a:t> </a:t>
            </a:r>
            <a:r>
              <a:rPr lang="en-US" sz="4000" dirty="0" err="1">
                <a:latin typeface="Cambria" panose="02040503050406030204" pitchFamily="18" charset="0"/>
                <a:ea typeface="Cambria" panose="02040503050406030204" pitchFamily="18" charset="0"/>
              </a:rPr>
              <a:t>cô</a:t>
            </a:r>
            <a:r>
              <a:rPr lang="en-US" sz="4000" dirty="0">
                <a:latin typeface="Cambria" panose="02040503050406030204" pitchFamily="18" charset="0"/>
                <a:ea typeface="Cambria" panose="02040503050406030204" pitchFamily="18" charset="0"/>
              </a:rPr>
              <a:t> </a:t>
            </a:r>
            <a:r>
              <a:rPr lang="en-US" sz="4000" dirty="0" err="1">
                <a:latin typeface="Cambria" panose="02040503050406030204" pitchFamily="18" charset="0"/>
                <a:ea typeface="Cambria" panose="02040503050406030204" pitchFamily="18" charset="0"/>
              </a:rPr>
              <a:t>và</a:t>
            </a:r>
            <a:r>
              <a:rPr lang="en-US" sz="4000" dirty="0">
                <a:latin typeface="Cambria" panose="02040503050406030204" pitchFamily="18" charset="0"/>
                <a:ea typeface="Cambria" panose="02040503050406030204" pitchFamily="18" charset="0"/>
              </a:rPr>
              <a:t> </a:t>
            </a:r>
            <a:r>
              <a:rPr lang="en-US" sz="4000" dirty="0" err="1">
                <a:latin typeface="Cambria" panose="02040503050406030204" pitchFamily="18" charset="0"/>
                <a:ea typeface="Cambria" panose="02040503050406030204" pitchFamily="18" charset="0"/>
              </a:rPr>
              <a:t>các</a:t>
            </a:r>
            <a:r>
              <a:rPr lang="en-US" sz="4000" dirty="0">
                <a:latin typeface="Cambria" panose="02040503050406030204" pitchFamily="18" charset="0"/>
                <a:ea typeface="Cambria" panose="02040503050406030204" pitchFamily="18" charset="0"/>
              </a:rPr>
              <a:t> </a:t>
            </a:r>
            <a:r>
              <a:rPr lang="en-US" sz="4000" dirty="0" err="1">
                <a:latin typeface="Cambria" panose="02040503050406030204" pitchFamily="18" charset="0"/>
                <a:ea typeface="Cambria" panose="02040503050406030204" pitchFamily="18" charset="0"/>
              </a:rPr>
              <a:t>bạn</a:t>
            </a:r>
            <a:r>
              <a:rPr lang="en-US" sz="4000" dirty="0">
                <a:latin typeface="Cambria" panose="02040503050406030204" pitchFamily="18" charset="0"/>
                <a:ea typeface="Cambria" panose="02040503050406030204" pitchFamily="18" charset="0"/>
              </a:rPr>
              <a:t> </a:t>
            </a:r>
            <a:r>
              <a:rPr lang="en-US" sz="4000" dirty="0" err="1">
                <a:latin typeface="Cambria" panose="02040503050406030204" pitchFamily="18" charset="0"/>
                <a:ea typeface="Cambria" panose="02040503050406030204" pitchFamily="18" charset="0"/>
              </a:rPr>
              <a:t>đã</a:t>
            </a:r>
            <a:r>
              <a:rPr lang="en-US" sz="4000" dirty="0">
                <a:latin typeface="Cambria" panose="02040503050406030204" pitchFamily="18" charset="0"/>
                <a:ea typeface="Cambria" panose="02040503050406030204" pitchFamily="18" charset="0"/>
              </a:rPr>
              <a:t> </a:t>
            </a:r>
            <a:r>
              <a:rPr lang="en-US" sz="4000" dirty="0" err="1">
                <a:latin typeface="Cambria" panose="02040503050406030204" pitchFamily="18" charset="0"/>
                <a:ea typeface="Cambria" panose="02040503050406030204" pitchFamily="18" charset="0"/>
              </a:rPr>
              <a:t>lắng</a:t>
            </a:r>
            <a:r>
              <a:rPr lang="en-US" sz="4000" dirty="0">
                <a:latin typeface="Cambria" panose="02040503050406030204" pitchFamily="18" charset="0"/>
                <a:ea typeface="Cambria" panose="02040503050406030204" pitchFamily="18" charset="0"/>
              </a:rPr>
              <a:t> </a:t>
            </a:r>
            <a:r>
              <a:rPr lang="en-US" sz="4000" dirty="0" err="1">
                <a:latin typeface="Cambria" panose="02040503050406030204" pitchFamily="18" charset="0"/>
                <a:ea typeface="Cambria" panose="02040503050406030204" pitchFamily="18" charset="0"/>
              </a:rPr>
              <a:t>nghe</a:t>
            </a:r>
            <a:r>
              <a:rPr lang="en-US" sz="4000" dirty="0">
                <a:latin typeface="Cambria" panose="02040503050406030204" pitchFamily="18" charset="0"/>
                <a:ea typeface="Cambria" panose="02040503050406030204" pitchFamily="18" charset="0"/>
              </a:rPr>
              <a:t> </a:t>
            </a:r>
          </a:p>
        </p:txBody>
      </p:sp>
      <p:sp>
        <p:nvSpPr>
          <p:cNvPr id="4" name="Slide Number Placeholder 3"/>
          <p:cNvSpPr>
            <a:spLocks noGrp="1"/>
          </p:cNvSpPr>
          <p:nvPr>
            <p:ph type="sldNum" sz="quarter" idx="5"/>
          </p:nvPr>
        </p:nvSpPr>
        <p:spPr/>
        <p:txBody>
          <a:bodyPr/>
          <a:lstStyle/>
          <a:p>
            <a:fld id="{7C655621-BB3A-4FD8-9F2D-99DAB64DC017}" type="slidenum">
              <a:rPr lang="en-US" smtClean="0"/>
              <a:t>12</a:t>
            </a:fld>
            <a:endParaRPr lang="en-US"/>
          </a:p>
        </p:txBody>
      </p:sp>
    </p:spTree>
    <p:extLst>
      <p:ext uri="{BB962C8B-B14F-4D97-AF65-F5344CB8AC3E}">
        <p14:creationId xmlns:p14="http://schemas.microsoft.com/office/powerpoint/2010/main" val="8710320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5/13/26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5/13/26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5/13/26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5/13/26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5/13/26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5/13/26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5/13/26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5/13/26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5/13/26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5/13/26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5/13/26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5/13/26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svg"/><Relationship Id="rId3" Type="http://schemas.openxmlformats.org/officeDocument/2006/relationships/image" Target="../media/image1.png"/><Relationship Id="rId7" Type="http://schemas.openxmlformats.org/officeDocument/2006/relationships/image" Target="../media/image5.svg"/><Relationship Id="rId12"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4.png"/><Relationship Id="rId11" Type="http://schemas.openxmlformats.org/officeDocument/2006/relationships/image" Target="../media/image9.svg"/><Relationship Id="rId5" Type="http://schemas.openxmlformats.org/officeDocument/2006/relationships/image" Target="../media/image3.svg"/><Relationship Id="rId15" Type="http://schemas.openxmlformats.org/officeDocument/2006/relationships/image" Target="../media/image13.sv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svg"/><Relationship Id="rId14" Type="http://schemas.openxmlformats.org/officeDocument/2006/relationships/image" Target="../media/image12.png"/></Relationships>
</file>

<file path=ppt/slides/_rels/slide5.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1.png"/><Relationship Id="rId7" Type="http://schemas.openxmlformats.org/officeDocument/2006/relationships/image" Target="../media/image17.sv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16.png"/><Relationship Id="rId5" Type="http://schemas.openxmlformats.org/officeDocument/2006/relationships/image" Target="../media/image15.svg"/><Relationship Id="rId10" Type="http://schemas.openxmlformats.org/officeDocument/2006/relationships/image" Target="../media/image20.png"/><Relationship Id="rId4" Type="http://schemas.openxmlformats.org/officeDocument/2006/relationships/image" Target="../media/image14.png"/><Relationship Id="rId9" Type="http://schemas.openxmlformats.org/officeDocument/2006/relationships/image" Target="../media/image19.svg"/></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8" Type="http://schemas.openxmlformats.org/officeDocument/2006/relationships/image" Target="../media/image25.png"/><Relationship Id="rId13" Type="http://schemas.openxmlformats.org/officeDocument/2006/relationships/image" Target="../media/image30.svg"/><Relationship Id="rId3" Type="http://schemas.openxmlformats.org/officeDocument/2006/relationships/image" Target="../media/image1.png"/><Relationship Id="rId7" Type="http://schemas.openxmlformats.org/officeDocument/2006/relationships/image" Target="../media/image24.svg"/><Relationship Id="rId12" Type="http://schemas.openxmlformats.org/officeDocument/2006/relationships/image" Target="../media/image29.pn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23.png"/><Relationship Id="rId11" Type="http://schemas.openxmlformats.org/officeDocument/2006/relationships/image" Target="../media/image28.svg"/><Relationship Id="rId5" Type="http://schemas.openxmlformats.org/officeDocument/2006/relationships/image" Target="../media/image22.svg"/><Relationship Id="rId15" Type="http://schemas.openxmlformats.org/officeDocument/2006/relationships/image" Target="../media/image32.svg"/><Relationship Id="rId10" Type="http://schemas.openxmlformats.org/officeDocument/2006/relationships/image" Target="../media/image27.png"/><Relationship Id="rId4" Type="http://schemas.openxmlformats.org/officeDocument/2006/relationships/image" Target="../media/image21.png"/><Relationship Id="rId9" Type="http://schemas.openxmlformats.org/officeDocument/2006/relationships/image" Target="../media/image26.svg"/><Relationship Id="rId14" Type="http://schemas.openxmlformats.org/officeDocument/2006/relationships/image" Target="../media/image31.png"/></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image" Target="../media/image33.png"/></Relationships>
</file>

<file path=ppt/slides/_rels/slide9.xml.rels><?xml version="1.0" encoding="UTF-8" standalone="yes"?>
<Relationships xmlns="http://schemas.openxmlformats.org/package/2006/relationships"><Relationship Id="rId8" Type="http://schemas.openxmlformats.org/officeDocument/2006/relationships/image" Target="../media/image38.png"/><Relationship Id="rId3" Type="http://schemas.openxmlformats.org/officeDocument/2006/relationships/image" Target="../media/image1.png"/><Relationship Id="rId7" Type="http://schemas.openxmlformats.org/officeDocument/2006/relationships/image" Target="../media/image37.png"/><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image" Target="../media/image36.png"/><Relationship Id="rId5" Type="http://schemas.openxmlformats.org/officeDocument/2006/relationships/image" Target="../media/image35.png"/><Relationship Id="rId4" Type="http://schemas.openxmlformats.org/officeDocument/2006/relationships/image" Target="../media/image34.png"/><Relationship Id="rId9" Type="http://schemas.openxmlformats.org/officeDocument/2006/relationships/image" Target="../media/image39.png"/></Relationships>
</file>

<file path=ppt/slides/_rels/slide10.xml.rels><?xml version="1.0" encoding="UTF-8" standalone="yes"?>
<Relationships xmlns="http://schemas.openxmlformats.org/package/2006/relationships"><Relationship Id="rId8" Type="http://schemas.openxmlformats.org/officeDocument/2006/relationships/image" Target="../media/image44.png"/><Relationship Id="rId3" Type="http://schemas.openxmlformats.org/officeDocument/2006/relationships/image" Target="../media/image1.png"/><Relationship Id="rId7" Type="http://schemas.openxmlformats.org/officeDocument/2006/relationships/image" Target="../media/image43.svg"/><Relationship Id="rId2" Type="http://schemas.openxmlformats.org/officeDocument/2006/relationships/notesSlide" Target="../notesSlides/notesSlide10.xml"/><Relationship Id="rId1" Type="http://schemas.openxmlformats.org/officeDocument/2006/relationships/slideLayout" Target="../slideLayouts/slideLayout7.xml"/><Relationship Id="rId6" Type="http://schemas.openxmlformats.org/officeDocument/2006/relationships/image" Target="../media/image42.png"/><Relationship Id="rId5" Type="http://schemas.openxmlformats.org/officeDocument/2006/relationships/image" Target="../media/image41.svg"/><Relationship Id="rId4" Type="http://schemas.openxmlformats.org/officeDocument/2006/relationships/image" Target="../media/image40.png"/><Relationship Id="rId9" Type="http://schemas.openxmlformats.org/officeDocument/2006/relationships/image" Target="../media/image45.sv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a:stretch>
          </a:blipFill>
        </p:spPr>
        <p:txBody>
          <a:bodyPr/>
          <a:lstStyle/>
          <a:p>
            <a:endParaRPr lang="vi-VN" noProof="0" dirty="0">
              <a:solidFill>
                <a:srgbClr val="0070C0"/>
              </a:solidFill>
            </a:endParaRPr>
          </a:p>
        </p:txBody>
      </p:sp>
      <p:sp>
        <p:nvSpPr>
          <p:cNvPr id="3" name="TextBox 3"/>
          <p:cNvSpPr txBox="1"/>
          <p:nvPr/>
        </p:nvSpPr>
        <p:spPr>
          <a:xfrm>
            <a:off x="3540990" y="2075543"/>
            <a:ext cx="11129822" cy="1019638"/>
          </a:xfrm>
          <a:prstGeom prst="rect">
            <a:avLst/>
          </a:prstGeom>
        </p:spPr>
        <p:txBody>
          <a:bodyPr wrap="square" lIns="0" tIns="0" rIns="0" bIns="0" rtlCol="0" anchor="t">
            <a:spAutoFit/>
          </a:bodyPr>
          <a:lstStyle/>
          <a:p>
            <a:pPr algn="l">
              <a:lnSpc>
                <a:spcPts val="8640"/>
              </a:lnSpc>
            </a:pPr>
            <a:r>
              <a:rPr lang="vi-VN" sz="6600" b="1" noProof="0" dirty="0">
                <a:solidFill>
                  <a:srgbClr val="16458C"/>
                </a:solidFill>
                <a:latin typeface="Cambria" panose="02040503050406030204" pitchFamily="18" charset="0"/>
                <a:ea typeface="Cambria" panose="02040503050406030204" pitchFamily="18" charset="0"/>
                <a:cs typeface="Cambria Bold"/>
                <a:sym typeface="Cambria Bold"/>
              </a:rPr>
              <a:t>BÁO CÁO ĐỒ ÁN TỐT NGHIỆP</a:t>
            </a:r>
          </a:p>
        </p:txBody>
      </p:sp>
      <p:sp>
        <p:nvSpPr>
          <p:cNvPr id="4" name="TextBox 4"/>
          <p:cNvSpPr txBox="1"/>
          <p:nvPr/>
        </p:nvSpPr>
        <p:spPr>
          <a:xfrm>
            <a:off x="1714500" y="4131008"/>
            <a:ext cx="14858999" cy="738664"/>
          </a:xfrm>
          <a:prstGeom prst="rect">
            <a:avLst/>
          </a:prstGeom>
        </p:spPr>
        <p:txBody>
          <a:bodyPr wrap="square" lIns="0" tIns="0" rIns="0" bIns="0" rtlCol="0" anchor="t">
            <a:spAutoFit/>
          </a:bodyPr>
          <a:lstStyle/>
          <a:p>
            <a:r>
              <a:rPr lang="en-US" sz="4800" b="1" dirty="0">
                <a:solidFill>
                  <a:srgbClr val="FFC000"/>
                </a:solidFill>
                <a:effectLst/>
                <a:latin typeface="Times New Roman" panose="02020603050405020304" pitchFamily="18" charset="0"/>
              </a:rPr>
              <a:t>XÂY DỰNG ỨNG DỤNG GIAO HÀNG TRỰC</a:t>
            </a:r>
            <a:r>
              <a:rPr lang="en-US" sz="4800" dirty="0">
                <a:solidFill>
                  <a:srgbClr val="FFC000"/>
                </a:solidFill>
                <a:latin typeface="Times New Roman" panose="02020603050405020304" pitchFamily="18" charset="0"/>
              </a:rPr>
              <a:t> </a:t>
            </a:r>
            <a:r>
              <a:rPr lang="en-US" sz="4800" b="1" dirty="0">
                <a:solidFill>
                  <a:srgbClr val="FFC000"/>
                </a:solidFill>
                <a:effectLst/>
                <a:latin typeface="Times New Roman" panose="02020603050405020304" pitchFamily="18" charset="0"/>
              </a:rPr>
              <a:t>TUYẾN</a:t>
            </a:r>
            <a:endParaRPr lang="en-US" sz="4800" dirty="0">
              <a:solidFill>
                <a:srgbClr val="FFC000"/>
              </a:solidFill>
              <a:effectLst/>
              <a:latin typeface="Times New Roman" panose="02020603050405020304" pitchFamily="18" charset="0"/>
            </a:endParaRPr>
          </a:p>
        </p:txBody>
      </p:sp>
      <p:graphicFrame>
        <p:nvGraphicFramePr>
          <p:cNvPr id="5" name="Table 5"/>
          <p:cNvGraphicFramePr>
            <a:graphicFrameLocks noGrp="1"/>
          </p:cNvGraphicFramePr>
          <p:nvPr>
            <p:extLst>
              <p:ext uri="{D42A27DB-BD31-4B8C-83A1-F6EECF244321}">
                <p14:modId xmlns:p14="http://schemas.microsoft.com/office/powerpoint/2010/main" val="496014944"/>
              </p:ext>
            </p:extLst>
          </p:nvPr>
        </p:nvGraphicFramePr>
        <p:xfrm>
          <a:off x="4876800" y="5905500"/>
          <a:ext cx="8222766" cy="2560320"/>
        </p:xfrm>
        <a:graphic>
          <a:graphicData uri="http://schemas.openxmlformats.org/drawingml/2006/table">
            <a:tbl>
              <a:tblPr/>
              <a:tblGrid>
                <a:gridCol w="4197501">
                  <a:extLst>
                    <a:ext uri="{9D8B030D-6E8A-4147-A177-3AD203B41FA5}">
                      <a16:colId xmlns:a16="http://schemas.microsoft.com/office/drawing/2014/main" val="20000"/>
                    </a:ext>
                  </a:extLst>
                </a:gridCol>
                <a:gridCol w="4025265">
                  <a:extLst>
                    <a:ext uri="{9D8B030D-6E8A-4147-A177-3AD203B41FA5}">
                      <a16:colId xmlns:a16="http://schemas.microsoft.com/office/drawing/2014/main" val="20001"/>
                    </a:ext>
                  </a:extLst>
                </a:gridCol>
              </a:tblGrid>
              <a:tr h="552450">
                <a:tc>
                  <a:txBody>
                    <a:bodyPr/>
                    <a:lstStyle/>
                    <a:p>
                      <a:pPr algn="l">
                        <a:lnSpc>
                          <a:spcPts val="3600"/>
                        </a:lnSpc>
                        <a:defRPr/>
                      </a:pPr>
                      <a:r>
                        <a:rPr lang="vi-VN" sz="3000" noProof="0" dirty="0">
                          <a:solidFill>
                            <a:schemeClr val="tx2">
                              <a:lumMod val="50000"/>
                            </a:schemeClr>
                          </a:solidFill>
                          <a:latin typeface="Cambria" panose="02040503050406030204" pitchFamily="18" charset="0"/>
                          <a:ea typeface="Cambria" panose="02040503050406030204" pitchFamily="18" charset="0"/>
                          <a:cs typeface="Aptos"/>
                          <a:sym typeface="Aptos"/>
                        </a:rPr>
                        <a:t>Giảng viên hướng dẫn</a:t>
                      </a:r>
                      <a:endParaRPr lang="vi-VN" sz="1100" noProof="0" dirty="0">
                        <a:solidFill>
                          <a:schemeClr val="tx2">
                            <a:lumMod val="50000"/>
                          </a:schemeClr>
                        </a:solidFill>
                        <a:latin typeface="Cambria" panose="02040503050406030204" pitchFamily="18" charset="0"/>
                        <a:ea typeface="Cambria" panose="02040503050406030204" pitchFamily="18" charset="0"/>
                      </a:endParaRPr>
                    </a:p>
                  </a:txBody>
                  <a:tcPr marT="91440" marB="9144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l">
                        <a:lnSpc>
                          <a:spcPts val="3600"/>
                        </a:lnSpc>
                        <a:defRPr/>
                      </a:pPr>
                      <a:r>
                        <a:rPr lang="vi-VN" sz="3000" noProof="0" dirty="0">
                          <a:solidFill>
                            <a:schemeClr val="tx2">
                              <a:lumMod val="50000"/>
                            </a:schemeClr>
                          </a:solidFill>
                          <a:latin typeface="Cambria" panose="02040503050406030204" pitchFamily="18" charset="0"/>
                          <a:ea typeface="Cambria" panose="02040503050406030204" pitchFamily="18" charset="0"/>
                          <a:cs typeface="Aptos"/>
                          <a:sym typeface="Aptos"/>
                        </a:rPr>
                        <a:t> ThS. </a:t>
                      </a:r>
                      <a:r>
                        <a:rPr lang="en-US" sz="3000" noProof="0" dirty="0" err="1">
                          <a:solidFill>
                            <a:schemeClr val="tx2">
                              <a:lumMod val="50000"/>
                            </a:schemeClr>
                          </a:solidFill>
                          <a:latin typeface="Cambria" panose="02040503050406030204" pitchFamily="18" charset="0"/>
                          <a:ea typeface="Cambria" panose="02040503050406030204" pitchFamily="18" charset="0"/>
                          <a:cs typeface="Aptos"/>
                          <a:sym typeface="Aptos"/>
                        </a:rPr>
                        <a:t>Nguyễn</a:t>
                      </a:r>
                      <a:r>
                        <a:rPr lang="en-US" sz="3000" noProof="0" dirty="0">
                          <a:solidFill>
                            <a:schemeClr val="tx2">
                              <a:lumMod val="50000"/>
                            </a:schemeClr>
                          </a:solidFill>
                          <a:latin typeface="Cambria" panose="02040503050406030204" pitchFamily="18" charset="0"/>
                          <a:ea typeface="Cambria" panose="02040503050406030204" pitchFamily="18" charset="0"/>
                          <a:cs typeface="Aptos"/>
                          <a:sym typeface="Aptos"/>
                        </a:rPr>
                        <a:t> </a:t>
                      </a:r>
                      <a:r>
                        <a:rPr lang="en-US" sz="3000" noProof="0" dirty="0" err="1">
                          <a:solidFill>
                            <a:schemeClr val="tx2">
                              <a:lumMod val="50000"/>
                            </a:schemeClr>
                          </a:solidFill>
                          <a:latin typeface="Cambria" panose="02040503050406030204" pitchFamily="18" charset="0"/>
                          <a:ea typeface="Cambria" panose="02040503050406030204" pitchFamily="18" charset="0"/>
                          <a:cs typeface="Aptos"/>
                          <a:sym typeface="Aptos"/>
                        </a:rPr>
                        <a:t>Văn</a:t>
                      </a:r>
                      <a:r>
                        <a:rPr lang="en-US" sz="3000" noProof="0" dirty="0">
                          <a:solidFill>
                            <a:schemeClr val="tx2">
                              <a:lumMod val="50000"/>
                            </a:schemeClr>
                          </a:solidFill>
                          <a:latin typeface="Cambria" panose="02040503050406030204" pitchFamily="18" charset="0"/>
                          <a:ea typeface="Cambria" panose="02040503050406030204" pitchFamily="18" charset="0"/>
                          <a:cs typeface="Aptos"/>
                          <a:sym typeface="Aptos"/>
                        </a:rPr>
                        <a:t> </a:t>
                      </a:r>
                      <a:r>
                        <a:rPr lang="en-US" sz="3000" noProof="0" dirty="0" err="1">
                          <a:solidFill>
                            <a:schemeClr val="tx2">
                              <a:lumMod val="50000"/>
                            </a:schemeClr>
                          </a:solidFill>
                          <a:latin typeface="Cambria" panose="02040503050406030204" pitchFamily="18" charset="0"/>
                          <a:ea typeface="Cambria" panose="02040503050406030204" pitchFamily="18" charset="0"/>
                          <a:cs typeface="Aptos"/>
                          <a:sym typeface="Aptos"/>
                        </a:rPr>
                        <a:t>Tùng</a:t>
                      </a:r>
                      <a:endParaRPr lang="vi-VN" sz="1100" noProof="0" dirty="0">
                        <a:solidFill>
                          <a:schemeClr val="tx2">
                            <a:lumMod val="50000"/>
                          </a:schemeClr>
                        </a:solidFill>
                        <a:latin typeface="Cambria" panose="02040503050406030204" pitchFamily="18" charset="0"/>
                        <a:ea typeface="Cambria" panose="02040503050406030204" pitchFamily="18" charset="0"/>
                      </a:endParaRPr>
                    </a:p>
                  </a:txBody>
                  <a:tcPr marT="91440" marB="9144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552450">
                <a:tc>
                  <a:txBody>
                    <a:bodyPr/>
                    <a:lstStyle/>
                    <a:p>
                      <a:pPr algn="l">
                        <a:lnSpc>
                          <a:spcPts val="3600"/>
                        </a:lnSpc>
                        <a:defRPr/>
                      </a:pPr>
                      <a:r>
                        <a:rPr lang="vi-VN" sz="3000" noProof="0" dirty="0">
                          <a:solidFill>
                            <a:schemeClr val="tx2">
                              <a:lumMod val="50000"/>
                            </a:schemeClr>
                          </a:solidFill>
                          <a:latin typeface="Cambria" panose="02040503050406030204" pitchFamily="18" charset="0"/>
                          <a:ea typeface="Cambria" panose="02040503050406030204" pitchFamily="18" charset="0"/>
                          <a:cs typeface="Aptos"/>
                          <a:sym typeface="Aptos"/>
                        </a:rPr>
                        <a:t>Sinh viên</a:t>
                      </a:r>
                      <a:endParaRPr lang="vi-VN" sz="1100" noProof="0" dirty="0">
                        <a:solidFill>
                          <a:schemeClr val="tx2">
                            <a:lumMod val="50000"/>
                          </a:schemeClr>
                        </a:solidFill>
                        <a:latin typeface="Cambria" panose="02040503050406030204" pitchFamily="18" charset="0"/>
                        <a:ea typeface="Cambria" panose="02040503050406030204" pitchFamily="18" charset="0"/>
                      </a:endParaRPr>
                    </a:p>
                  </a:txBody>
                  <a:tcPr marT="91440" marB="9144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l">
                        <a:lnSpc>
                          <a:spcPts val="3600"/>
                        </a:lnSpc>
                        <a:defRPr/>
                      </a:pPr>
                      <a:r>
                        <a:rPr lang="vi-VN" sz="3000" noProof="0" dirty="0">
                          <a:solidFill>
                            <a:schemeClr val="tx2">
                              <a:lumMod val="50000"/>
                            </a:schemeClr>
                          </a:solidFill>
                          <a:latin typeface="Cambria" panose="02040503050406030204" pitchFamily="18" charset="0"/>
                          <a:ea typeface="Cambria" panose="02040503050406030204" pitchFamily="18" charset="0"/>
                          <a:cs typeface="Aptos"/>
                          <a:sym typeface="Aptos"/>
                        </a:rPr>
                        <a:t> Nguyễn Công An</a:t>
                      </a:r>
                      <a:endParaRPr lang="vi-VN" sz="1100" noProof="0" dirty="0">
                        <a:solidFill>
                          <a:schemeClr val="tx2">
                            <a:lumMod val="50000"/>
                          </a:schemeClr>
                        </a:solidFill>
                        <a:latin typeface="Cambria" panose="02040503050406030204" pitchFamily="18" charset="0"/>
                        <a:ea typeface="Cambria" panose="02040503050406030204" pitchFamily="18" charset="0"/>
                      </a:endParaRPr>
                    </a:p>
                  </a:txBody>
                  <a:tcPr marT="91440" marB="9144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52450">
                <a:tc>
                  <a:txBody>
                    <a:bodyPr/>
                    <a:lstStyle/>
                    <a:p>
                      <a:pPr algn="l">
                        <a:lnSpc>
                          <a:spcPts val="3600"/>
                        </a:lnSpc>
                        <a:defRPr/>
                      </a:pPr>
                      <a:r>
                        <a:rPr lang="vi-VN" sz="3000" noProof="0" dirty="0">
                          <a:solidFill>
                            <a:schemeClr val="tx2">
                              <a:lumMod val="50000"/>
                            </a:schemeClr>
                          </a:solidFill>
                          <a:latin typeface="Cambria" panose="02040503050406030204" pitchFamily="18" charset="0"/>
                          <a:ea typeface="Cambria" panose="02040503050406030204" pitchFamily="18" charset="0"/>
                          <a:cs typeface="Aptos"/>
                          <a:sym typeface="Aptos"/>
                        </a:rPr>
                        <a:t>Lớp chuyên ngành</a:t>
                      </a:r>
                      <a:endParaRPr lang="vi-VN" sz="1100" noProof="0" dirty="0">
                        <a:solidFill>
                          <a:schemeClr val="tx2">
                            <a:lumMod val="50000"/>
                          </a:schemeClr>
                        </a:solidFill>
                        <a:latin typeface="Cambria" panose="02040503050406030204" pitchFamily="18" charset="0"/>
                        <a:ea typeface="Cambria" panose="02040503050406030204" pitchFamily="18" charset="0"/>
                      </a:endParaRPr>
                    </a:p>
                  </a:txBody>
                  <a:tcPr marT="91440" marB="9144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l">
                        <a:lnSpc>
                          <a:spcPts val="3600"/>
                        </a:lnSpc>
                        <a:defRPr/>
                      </a:pPr>
                      <a:r>
                        <a:rPr lang="vi-VN" sz="3000" noProof="0">
                          <a:solidFill>
                            <a:schemeClr val="tx2">
                              <a:lumMod val="50000"/>
                            </a:schemeClr>
                          </a:solidFill>
                          <a:latin typeface="Cambria" panose="02040503050406030204" pitchFamily="18" charset="0"/>
                          <a:ea typeface="Cambria" panose="02040503050406030204" pitchFamily="18" charset="0"/>
                          <a:cs typeface="Aptos"/>
                          <a:sym typeface="Aptos"/>
                        </a:rPr>
                        <a:t> </a:t>
                      </a:r>
                      <a:r>
                        <a:rPr lang="vi-VN" sz="3000" noProof="0" dirty="0">
                          <a:solidFill>
                            <a:schemeClr val="tx2">
                              <a:lumMod val="50000"/>
                            </a:schemeClr>
                          </a:solidFill>
                          <a:latin typeface="Cambria" panose="02040503050406030204" pitchFamily="18" charset="0"/>
                          <a:ea typeface="Cambria" panose="02040503050406030204" pitchFamily="18" charset="0"/>
                          <a:cs typeface="Aptos"/>
                          <a:sym typeface="Aptos"/>
                        </a:rPr>
                        <a:t>KHMT02</a:t>
                      </a:r>
                      <a:endParaRPr lang="vi-VN" sz="1100" noProof="0" dirty="0">
                        <a:solidFill>
                          <a:schemeClr val="tx2">
                            <a:lumMod val="50000"/>
                          </a:schemeClr>
                        </a:solidFill>
                        <a:latin typeface="Cambria" panose="02040503050406030204" pitchFamily="18" charset="0"/>
                        <a:ea typeface="Cambria" panose="02040503050406030204" pitchFamily="18" charset="0"/>
                      </a:endParaRPr>
                    </a:p>
                  </a:txBody>
                  <a:tcPr marT="91440" marB="9144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52450">
                <a:tc>
                  <a:txBody>
                    <a:bodyPr/>
                    <a:lstStyle/>
                    <a:p>
                      <a:pPr algn="l">
                        <a:lnSpc>
                          <a:spcPts val="3600"/>
                        </a:lnSpc>
                        <a:defRPr/>
                      </a:pPr>
                      <a:r>
                        <a:rPr lang="vi-VN" sz="3000" noProof="0" dirty="0">
                          <a:solidFill>
                            <a:schemeClr val="tx2">
                              <a:lumMod val="50000"/>
                            </a:schemeClr>
                          </a:solidFill>
                          <a:latin typeface="Cambria" panose="02040503050406030204" pitchFamily="18" charset="0"/>
                          <a:ea typeface="Cambria" panose="02040503050406030204" pitchFamily="18" charset="0"/>
                          <a:cs typeface="Aptos"/>
                          <a:sym typeface="Aptos"/>
                        </a:rPr>
                        <a:t>Khóa</a:t>
                      </a:r>
                      <a:endParaRPr lang="vi-VN" sz="1100" noProof="0" dirty="0">
                        <a:solidFill>
                          <a:schemeClr val="tx2">
                            <a:lumMod val="50000"/>
                          </a:schemeClr>
                        </a:solidFill>
                        <a:latin typeface="Cambria" panose="02040503050406030204" pitchFamily="18" charset="0"/>
                        <a:ea typeface="Cambria" panose="02040503050406030204" pitchFamily="18" charset="0"/>
                      </a:endParaRPr>
                    </a:p>
                  </a:txBody>
                  <a:tcPr marT="91440" marB="9144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l">
                        <a:lnSpc>
                          <a:spcPts val="3600"/>
                        </a:lnSpc>
                        <a:defRPr/>
                      </a:pPr>
                      <a:r>
                        <a:rPr lang="vi-VN" sz="3000" noProof="0" dirty="0">
                          <a:solidFill>
                            <a:schemeClr val="tx2">
                              <a:lumMod val="50000"/>
                            </a:schemeClr>
                          </a:solidFill>
                          <a:latin typeface="Cambria" panose="02040503050406030204" pitchFamily="18" charset="0"/>
                          <a:ea typeface="Cambria" panose="02040503050406030204" pitchFamily="18" charset="0"/>
                          <a:cs typeface="Aptos"/>
                          <a:sym typeface="Aptos"/>
                        </a:rPr>
                        <a:t> 17</a:t>
                      </a:r>
                      <a:endParaRPr lang="vi-VN" sz="1100" noProof="0" dirty="0">
                        <a:solidFill>
                          <a:schemeClr val="tx2">
                            <a:lumMod val="50000"/>
                          </a:schemeClr>
                        </a:solidFill>
                        <a:latin typeface="Cambria" panose="02040503050406030204" pitchFamily="18" charset="0"/>
                        <a:ea typeface="Cambria" panose="02040503050406030204" pitchFamily="18" charset="0"/>
                      </a:endParaRPr>
                    </a:p>
                  </a:txBody>
                  <a:tcPr marT="91440" marB="9144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20444" y="28807"/>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a:stretch>
          </a:blipFill>
        </p:spPr>
        <p:txBody>
          <a:bodyPr/>
          <a:lstStyle/>
          <a:p>
            <a:endParaRPr lang="en-US" dirty="0">
              <a:latin typeface="Cambria" panose="02040503050406030204" pitchFamily="18" charset="0"/>
              <a:ea typeface="Cambria" panose="02040503050406030204" pitchFamily="18" charset="0"/>
            </a:endParaRPr>
          </a:p>
        </p:txBody>
      </p:sp>
      <p:sp>
        <p:nvSpPr>
          <p:cNvPr id="3" name="TextBox 3"/>
          <p:cNvSpPr txBox="1"/>
          <p:nvPr/>
        </p:nvSpPr>
        <p:spPr>
          <a:xfrm>
            <a:off x="1143000" y="1943100"/>
            <a:ext cx="12298244" cy="1107996"/>
          </a:xfrm>
          <a:prstGeom prst="rect">
            <a:avLst/>
          </a:prstGeom>
        </p:spPr>
        <p:txBody>
          <a:bodyPr wrap="square" lIns="0" tIns="0" rIns="0" bIns="0" rtlCol="0" anchor="t">
            <a:spAutoFit/>
          </a:bodyPr>
          <a:lstStyle/>
          <a:p>
            <a:pPr algn="l"/>
            <a:r>
              <a:rPr lang="en-US" sz="7200" b="1" i="0" dirty="0" err="1">
                <a:solidFill>
                  <a:srgbClr val="15458C"/>
                </a:solidFill>
                <a:effectLst/>
                <a:latin typeface="Times New Roman" panose="02020603050405020304" pitchFamily="18" charset="0"/>
                <a:cs typeface="Times New Roman" panose="02020603050405020304" pitchFamily="18" charset="0"/>
              </a:rPr>
              <a:t>Tổng</a:t>
            </a:r>
            <a:r>
              <a:rPr lang="en-US" sz="7200" b="1" i="0" dirty="0">
                <a:solidFill>
                  <a:srgbClr val="15458C"/>
                </a:solidFill>
                <a:effectLst/>
                <a:latin typeface="Times New Roman" panose="02020603050405020304" pitchFamily="18" charset="0"/>
                <a:cs typeface="Times New Roman" panose="02020603050405020304" pitchFamily="18" charset="0"/>
              </a:rPr>
              <a:t> </a:t>
            </a:r>
            <a:r>
              <a:rPr lang="en-US" sz="7200" b="1" i="0" dirty="0" err="1">
                <a:solidFill>
                  <a:srgbClr val="15458C"/>
                </a:solidFill>
                <a:effectLst/>
                <a:latin typeface="Times New Roman" panose="02020603050405020304" pitchFamily="18" charset="0"/>
                <a:cs typeface="Times New Roman" panose="02020603050405020304" pitchFamily="18" charset="0"/>
              </a:rPr>
              <a:t>quan</a:t>
            </a:r>
            <a:r>
              <a:rPr lang="en-US" sz="7200" b="1" i="0" dirty="0">
                <a:solidFill>
                  <a:srgbClr val="15458C"/>
                </a:solidFill>
                <a:effectLst/>
                <a:latin typeface="Times New Roman" panose="02020603050405020304" pitchFamily="18" charset="0"/>
                <a:cs typeface="Times New Roman" panose="02020603050405020304" pitchFamily="18" charset="0"/>
              </a:rPr>
              <a:t> </a:t>
            </a:r>
            <a:r>
              <a:rPr lang="en-US" sz="7200" b="1" i="0" dirty="0" err="1">
                <a:solidFill>
                  <a:srgbClr val="15458C"/>
                </a:solidFill>
                <a:effectLst/>
                <a:latin typeface="Times New Roman" panose="02020603050405020304" pitchFamily="18" charset="0"/>
                <a:cs typeface="Times New Roman" panose="02020603050405020304" pitchFamily="18" charset="0"/>
              </a:rPr>
              <a:t>nội</a:t>
            </a:r>
            <a:r>
              <a:rPr lang="en-US" sz="7200" b="1" i="0" dirty="0">
                <a:solidFill>
                  <a:srgbClr val="15458C"/>
                </a:solidFill>
                <a:effectLst/>
                <a:latin typeface="Times New Roman" panose="02020603050405020304" pitchFamily="18" charset="0"/>
                <a:cs typeface="Times New Roman" panose="02020603050405020304" pitchFamily="18" charset="0"/>
              </a:rPr>
              <a:t> dung </a:t>
            </a:r>
            <a:r>
              <a:rPr lang="en-US" sz="7200" b="1" i="0" dirty="0" err="1">
                <a:solidFill>
                  <a:srgbClr val="15458C"/>
                </a:solidFill>
                <a:effectLst/>
                <a:latin typeface="Times New Roman" panose="02020603050405020304" pitchFamily="18" charset="0"/>
                <a:cs typeface="Times New Roman" panose="02020603050405020304" pitchFamily="18" charset="0"/>
              </a:rPr>
              <a:t>trình</a:t>
            </a:r>
            <a:r>
              <a:rPr lang="en-US" sz="7200" b="1" i="0" dirty="0">
                <a:solidFill>
                  <a:srgbClr val="15458C"/>
                </a:solidFill>
                <a:effectLst/>
                <a:latin typeface="Times New Roman" panose="02020603050405020304" pitchFamily="18" charset="0"/>
                <a:cs typeface="Times New Roman" panose="02020603050405020304" pitchFamily="18" charset="0"/>
              </a:rPr>
              <a:t> </a:t>
            </a:r>
            <a:r>
              <a:rPr lang="en-US" sz="7200" b="1" i="0" dirty="0" err="1">
                <a:solidFill>
                  <a:srgbClr val="15458C"/>
                </a:solidFill>
                <a:effectLst/>
                <a:latin typeface="Times New Roman" panose="02020603050405020304" pitchFamily="18" charset="0"/>
                <a:cs typeface="Times New Roman" panose="02020603050405020304" pitchFamily="18" charset="0"/>
              </a:rPr>
              <a:t>bày</a:t>
            </a:r>
            <a:endParaRPr lang="en-US" sz="7200" b="1" i="0" dirty="0">
              <a:solidFill>
                <a:srgbClr val="15458C"/>
              </a:solidFill>
              <a:effectLst/>
              <a:latin typeface="Times New Roman" panose="02020603050405020304" pitchFamily="18" charset="0"/>
              <a:cs typeface="Times New Roman" panose="02020603050405020304" pitchFamily="18" charset="0"/>
            </a:endParaRPr>
          </a:p>
        </p:txBody>
      </p:sp>
      <p:cxnSp>
        <p:nvCxnSpPr>
          <p:cNvPr id="10" name="Straight Connector 9">
            <a:extLst>
              <a:ext uri="{FF2B5EF4-FFF2-40B4-BE49-F238E27FC236}">
                <a16:creationId xmlns:a16="http://schemas.microsoft.com/office/drawing/2014/main" id="{F51B509A-42A9-CCDA-85B4-9D3E24D51697}"/>
              </a:ext>
            </a:extLst>
          </p:cNvPr>
          <p:cNvCxnSpPr>
            <a:cxnSpLocks/>
          </p:cNvCxnSpPr>
          <p:nvPr/>
        </p:nvCxnSpPr>
        <p:spPr>
          <a:xfrm>
            <a:off x="10021244" y="3954542"/>
            <a:ext cx="6840000" cy="0"/>
          </a:xfrm>
          <a:prstGeom prst="line">
            <a:avLst/>
          </a:prstGeom>
          <a:ln w="508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193C4402-1A43-2684-F794-F0C9B7E75739}"/>
              </a:ext>
            </a:extLst>
          </p:cNvPr>
          <p:cNvCxnSpPr>
            <a:cxnSpLocks/>
          </p:cNvCxnSpPr>
          <p:nvPr/>
        </p:nvCxnSpPr>
        <p:spPr>
          <a:xfrm>
            <a:off x="1066800" y="3981278"/>
            <a:ext cx="6840000" cy="0"/>
          </a:xfrm>
          <a:prstGeom prst="line">
            <a:avLst/>
          </a:prstGeom>
          <a:ln w="50800">
            <a:solidFill>
              <a:schemeClr val="accent6"/>
            </a:solidFill>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6C58181F-5DC9-6F3E-E07E-05B5D7A212EF}"/>
              </a:ext>
            </a:extLst>
          </p:cNvPr>
          <p:cNvSpPr txBox="1"/>
          <p:nvPr/>
        </p:nvSpPr>
        <p:spPr>
          <a:xfrm>
            <a:off x="1161757" y="4100856"/>
            <a:ext cx="6934200" cy="1338315"/>
          </a:xfrm>
          <a:prstGeom prst="rect">
            <a:avLst/>
          </a:prstGeom>
          <a:noFill/>
        </p:spPr>
        <p:txBody>
          <a:bodyPr wrap="square" rtlCol="0">
            <a:spAutoFit/>
          </a:bodyPr>
          <a:lstStyle/>
          <a:p>
            <a:pPr algn="l"/>
            <a:r>
              <a:rPr lang="en-US" sz="4400" b="1" i="0" dirty="0" err="1">
                <a:solidFill>
                  <a:srgbClr val="15458C"/>
                </a:solidFill>
                <a:effectLst/>
                <a:latin typeface="Times New Roman" panose="02020603050405020304" pitchFamily="18" charset="0"/>
                <a:cs typeface="Times New Roman" panose="02020603050405020304" pitchFamily="18" charset="0"/>
              </a:rPr>
              <a:t>Tổng</a:t>
            </a:r>
            <a:r>
              <a:rPr lang="en-US" sz="4400" b="1" i="0" dirty="0">
                <a:solidFill>
                  <a:srgbClr val="15458C"/>
                </a:solidFill>
                <a:effectLst/>
                <a:latin typeface="Times New Roman" panose="02020603050405020304" pitchFamily="18" charset="0"/>
                <a:cs typeface="Times New Roman" panose="02020603050405020304" pitchFamily="18" charset="0"/>
              </a:rPr>
              <a:t> </a:t>
            </a:r>
            <a:r>
              <a:rPr lang="en-US" sz="4400" b="1" i="0" dirty="0" err="1">
                <a:solidFill>
                  <a:srgbClr val="15458C"/>
                </a:solidFill>
                <a:effectLst/>
                <a:latin typeface="Times New Roman" panose="02020603050405020304" pitchFamily="18" charset="0"/>
                <a:cs typeface="Times New Roman" panose="02020603050405020304" pitchFamily="18" charset="0"/>
              </a:rPr>
              <a:t>quan</a:t>
            </a:r>
            <a:r>
              <a:rPr lang="en-US" sz="4400" b="1" i="0" dirty="0">
                <a:solidFill>
                  <a:srgbClr val="15458C"/>
                </a:solidFill>
                <a:effectLst/>
                <a:latin typeface="Times New Roman" panose="02020603050405020304" pitchFamily="18" charset="0"/>
                <a:cs typeface="Times New Roman" panose="02020603050405020304" pitchFamily="18" charset="0"/>
              </a:rPr>
              <a:t> </a:t>
            </a:r>
            <a:r>
              <a:rPr lang="en-US" sz="4400" b="1" i="0" dirty="0" err="1">
                <a:solidFill>
                  <a:srgbClr val="15458C"/>
                </a:solidFill>
                <a:effectLst/>
                <a:latin typeface="Times New Roman" panose="02020603050405020304" pitchFamily="18" charset="0"/>
                <a:cs typeface="Times New Roman" panose="02020603050405020304" pitchFamily="18" charset="0"/>
              </a:rPr>
              <a:t>đề</a:t>
            </a:r>
            <a:r>
              <a:rPr lang="en-US" sz="4400" b="1" i="0" dirty="0">
                <a:solidFill>
                  <a:srgbClr val="15458C"/>
                </a:solidFill>
                <a:effectLst/>
                <a:latin typeface="Times New Roman" panose="02020603050405020304" pitchFamily="18" charset="0"/>
                <a:cs typeface="Times New Roman" panose="02020603050405020304" pitchFamily="18" charset="0"/>
              </a:rPr>
              <a:t> </a:t>
            </a:r>
            <a:r>
              <a:rPr lang="en-US" sz="4400" b="1" i="0" dirty="0" err="1">
                <a:solidFill>
                  <a:srgbClr val="15458C"/>
                </a:solidFill>
                <a:effectLst/>
                <a:latin typeface="Times New Roman" panose="02020603050405020304" pitchFamily="18" charset="0"/>
                <a:cs typeface="Times New Roman" panose="02020603050405020304" pitchFamily="18" charset="0"/>
              </a:rPr>
              <a:t>tài</a:t>
            </a:r>
            <a:endParaRPr lang="en-US" sz="4400" b="1" i="0" dirty="0">
              <a:solidFill>
                <a:srgbClr val="15458C"/>
              </a:solidFill>
              <a:effectLst/>
              <a:latin typeface="Times New Roman" panose="02020603050405020304" pitchFamily="18" charset="0"/>
              <a:cs typeface="Times New Roman" panose="02020603050405020304" pitchFamily="18" charset="0"/>
            </a:endParaRPr>
          </a:p>
          <a:p>
            <a:pPr algn="l">
              <a:lnSpc>
                <a:spcPct val="150000"/>
              </a:lnSpc>
            </a:pPr>
            <a:r>
              <a:rPr lang="en-US" sz="2800" b="0" i="0" dirty="0" err="1">
                <a:solidFill>
                  <a:srgbClr val="000000"/>
                </a:solidFill>
                <a:effectLst/>
                <a:latin typeface="Times New Roman" panose="02020603050405020304" pitchFamily="18" charset="0"/>
                <a:cs typeface="Times New Roman" panose="02020603050405020304" pitchFamily="18" charset="0"/>
              </a:rPr>
              <a:t>Lý</a:t>
            </a:r>
            <a:r>
              <a:rPr lang="en-US" sz="2800" b="0" i="0" dirty="0">
                <a:solidFill>
                  <a:srgbClr val="000000"/>
                </a:solidFill>
                <a:effectLst/>
                <a:latin typeface="Times New Roman" panose="02020603050405020304" pitchFamily="18" charset="0"/>
                <a:cs typeface="Times New Roman" panose="02020603050405020304" pitchFamily="18" charset="0"/>
              </a:rPr>
              <a:t> do, </a:t>
            </a:r>
            <a:r>
              <a:rPr lang="en-US" sz="2800" b="0" i="0" dirty="0" err="1">
                <a:solidFill>
                  <a:srgbClr val="000000"/>
                </a:solidFill>
                <a:effectLst/>
                <a:latin typeface="Times New Roman" panose="02020603050405020304" pitchFamily="18" charset="0"/>
                <a:cs typeface="Times New Roman" panose="02020603050405020304" pitchFamily="18" charset="0"/>
              </a:rPr>
              <a:t>mục</a:t>
            </a:r>
            <a:r>
              <a:rPr lang="en-US" sz="2800" b="0" i="0" dirty="0">
                <a:solidFill>
                  <a:srgbClr val="000000"/>
                </a:solidFill>
                <a:effectLst/>
                <a:latin typeface="Times New Roman" panose="02020603050405020304" pitchFamily="18" charset="0"/>
                <a:cs typeface="Times New Roman" panose="02020603050405020304" pitchFamily="18" charset="0"/>
              </a:rPr>
              <a:t> </a:t>
            </a:r>
            <a:r>
              <a:rPr lang="en-US" sz="2800" b="0" i="0" dirty="0" err="1">
                <a:solidFill>
                  <a:srgbClr val="000000"/>
                </a:solidFill>
                <a:effectLst/>
                <a:latin typeface="Times New Roman" panose="02020603050405020304" pitchFamily="18" charset="0"/>
                <a:cs typeface="Times New Roman" panose="02020603050405020304" pitchFamily="18" charset="0"/>
              </a:rPr>
              <a:t>tiêu</a:t>
            </a:r>
            <a:r>
              <a:rPr lang="en-US" sz="2800" b="0" i="0" dirty="0">
                <a:solidFill>
                  <a:srgbClr val="000000"/>
                </a:solidFill>
                <a:effectLst/>
                <a:latin typeface="Times New Roman" panose="02020603050405020304" pitchFamily="18" charset="0"/>
                <a:cs typeface="Times New Roman" panose="02020603050405020304" pitchFamily="18" charset="0"/>
              </a:rPr>
              <a:t>, </a:t>
            </a:r>
            <a:r>
              <a:rPr lang="en-US" sz="2800" b="0" i="0" dirty="0" err="1">
                <a:solidFill>
                  <a:srgbClr val="000000"/>
                </a:solidFill>
                <a:effectLst/>
                <a:latin typeface="Times New Roman" panose="02020603050405020304" pitchFamily="18" charset="0"/>
                <a:cs typeface="Times New Roman" panose="02020603050405020304" pitchFamily="18" charset="0"/>
              </a:rPr>
              <a:t>công</a:t>
            </a:r>
            <a:r>
              <a:rPr lang="en-US" sz="2800" b="0" i="0" dirty="0">
                <a:solidFill>
                  <a:srgbClr val="000000"/>
                </a:solidFill>
                <a:effectLst/>
                <a:latin typeface="Times New Roman" panose="02020603050405020304" pitchFamily="18" charset="0"/>
                <a:cs typeface="Times New Roman" panose="02020603050405020304" pitchFamily="18" charset="0"/>
              </a:rPr>
              <a:t> </a:t>
            </a:r>
            <a:r>
              <a:rPr lang="en-US" sz="2800" b="0" i="0" dirty="0" err="1">
                <a:solidFill>
                  <a:srgbClr val="000000"/>
                </a:solidFill>
                <a:effectLst/>
                <a:latin typeface="Times New Roman" panose="02020603050405020304" pitchFamily="18" charset="0"/>
                <a:cs typeface="Times New Roman" panose="02020603050405020304" pitchFamily="18" charset="0"/>
              </a:rPr>
              <a:t>nghệ</a:t>
            </a:r>
            <a:endParaRPr lang="en-US" sz="2800" b="0" i="0" dirty="0">
              <a:solidFill>
                <a:srgbClr val="000000"/>
              </a:solidFill>
              <a:effectLst/>
              <a:latin typeface="Times New Roman" panose="02020603050405020304" pitchFamily="18" charset="0"/>
              <a:cs typeface="Times New Roman" panose="02020603050405020304" pitchFamily="18" charset="0"/>
            </a:endParaRPr>
          </a:p>
        </p:txBody>
      </p:sp>
      <p:sp>
        <p:nvSpPr>
          <p:cNvPr id="17" name="TextBox 16">
            <a:extLst>
              <a:ext uri="{FF2B5EF4-FFF2-40B4-BE49-F238E27FC236}">
                <a16:creationId xmlns:a16="http://schemas.microsoft.com/office/drawing/2014/main" id="{F0C8228A-CC8F-AB38-9BF0-3DD9C2BC2654}"/>
              </a:ext>
            </a:extLst>
          </p:cNvPr>
          <p:cNvSpPr txBox="1"/>
          <p:nvPr/>
        </p:nvSpPr>
        <p:spPr>
          <a:xfrm>
            <a:off x="1209907" y="3343483"/>
            <a:ext cx="3276600" cy="584775"/>
          </a:xfrm>
          <a:prstGeom prst="rect">
            <a:avLst/>
          </a:prstGeom>
          <a:noFill/>
        </p:spPr>
        <p:txBody>
          <a:bodyPr wrap="square" rtlCol="0">
            <a:spAutoFit/>
          </a:bodyPr>
          <a:lstStyle/>
          <a:p>
            <a:r>
              <a:rPr lang="en-VN" sz="3200" b="1" dirty="0">
                <a:solidFill>
                  <a:schemeClr val="accent6"/>
                </a:solidFill>
                <a:latin typeface="Times New Roman" panose="02020603050405020304" pitchFamily="18" charset="0"/>
                <a:cs typeface="Times New Roman" panose="02020603050405020304" pitchFamily="18" charset="0"/>
              </a:rPr>
              <a:t>01</a:t>
            </a:r>
          </a:p>
        </p:txBody>
      </p:sp>
      <p:sp>
        <p:nvSpPr>
          <p:cNvPr id="19" name="TextBox 18">
            <a:extLst>
              <a:ext uri="{FF2B5EF4-FFF2-40B4-BE49-F238E27FC236}">
                <a16:creationId xmlns:a16="http://schemas.microsoft.com/office/drawing/2014/main" id="{823E05FC-C0C4-3EFB-1AD2-D1FC0B0232B0}"/>
              </a:ext>
            </a:extLst>
          </p:cNvPr>
          <p:cNvSpPr txBox="1"/>
          <p:nvPr/>
        </p:nvSpPr>
        <p:spPr>
          <a:xfrm>
            <a:off x="10010093" y="3284517"/>
            <a:ext cx="3770956" cy="584775"/>
          </a:xfrm>
          <a:prstGeom prst="rect">
            <a:avLst/>
          </a:prstGeom>
          <a:noFill/>
        </p:spPr>
        <p:txBody>
          <a:bodyPr wrap="square" rtlCol="0">
            <a:spAutoFit/>
          </a:bodyPr>
          <a:lstStyle/>
          <a:p>
            <a:r>
              <a:rPr lang="en-VN" sz="3200" b="1" dirty="0">
                <a:solidFill>
                  <a:schemeClr val="accent6"/>
                </a:solidFill>
                <a:latin typeface="Times New Roman" panose="02020603050405020304" pitchFamily="18" charset="0"/>
                <a:cs typeface="Times New Roman" panose="02020603050405020304" pitchFamily="18" charset="0"/>
              </a:rPr>
              <a:t>02</a:t>
            </a:r>
            <a:endParaRPr lang="en-VN" sz="3200" b="1" dirty="0">
              <a:solidFill>
                <a:schemeClr val="accent6"/>
              </a:solidFill>
            </a:endParaRPr>
          </a:p>
        </p:txBody>
      </p:sp>
      <p:sp>
        <p:nvSpPr>
          <p:cNvPr id="20" name="TextBox 19">
            <a:extLst>
              <a:ext uri="{FF2B5EF4-FFF2-40B4-BE49-F238E27FC236}">
                <a16:creationId xmlns:a16="http://schemas.microsoft.com/office/drawing/2014/main" id="{1CADE141-DD57-5E17-71B5-B46E2DF4FEE0}"/>
              </a:ext>
            </a:extLst>
          </p:cNvPr>
          <p:cNvSpPr txBox="1"/>
          <p:nvPr/>
        </p:nvSpPr>
        <p:spPr>
          <a:xfrm>
            <a:off x="9990249" y="3811688"/>
            <a:ext cx="7961956" cy="1600438"/>
          </a:xfrm>
          <a:prstGeom prst="rect">
            <a:avLst/>
          </a:prstGeom>
          <a:noFill/>
        </p:spPr>
        <p:txBody>
          <a:bodyPr wrap="square" rtlCol="0">
            <a:spAutoFit/>
          </a:bodyPr>
          <a:lstStyle/>
          <a:p>
            <a:pPr algn="l">
              <a:lnSpc>
                <a:spcPct val="150000"/>
              </a:lnSpc>
            </a:pPr>
            <a:r>
              <a:rPr lang="en-US" sz="4400" b="1" i="0" dirty="0" err="1">
                <a:solidFill>
                  <a:srgbClr val="15458C"/>
                </a:solidFill>
                <a:effectLst/>
                <a:latin typeface="Times New Roman" panose="02020603050405020304" pitchFamily="18" charset="0"/>
                <a:cs typeface="Times New Roman" panose="02020603050405020304" pitchFamily="18" charset="0"/>
              </a:rPr>
              <a:t>Thực</a:t>
            </a:r>
            <a:r>
              <a:rPr lang="en-US" sz="4400" b="1" i="0" dirty="0">
                <a:solidFill>
                  <a:srgbClr val="15458C"/>
                </a:solidFill>
                <a:effectLst/>
                <a:latin typeface="Times New Roman" panose="02020603050405020304" pitchFamily="18" charset="0"/>
                <a:cs typeface="Times New Roman" panose="02020603050405020304" pitchFamily="18" charset="0"/>
              </a:rPr>
              <a:t> </a:t>
            </a:r>
            <a:r>
              <a:rPr lang="en-US" sz="4400" b="1" i="0" dirty="0" err="1">
                <a:solidFill>
                  <a:srgbClr val="15458C"/>
                </a:solidFill>
                <a:effectLst/>
                <a:latin typeface="Times New Roman" panose="02020603050405020304" pitchFamily="18" charset="0"/>
                <a:cs typeface="Times New Roman" panose="02020603050405020304" pitchFamily="18" charset="0"/>
              </a:rPr>
              <a:t>nghiệm</a:t>
            </a:r>
            <a:endParaRPr lang="en-US" sz="4400" b="1" i="0" dirty="0">
              <a:solidFill>
                <a:srgbClr val="15458C"/>
              </a:solidFill>
              <a:effectLst/>
              <a:latin typeface="Times New Roman" panose="02020603050405020304" pitchFamily="18" charset="0"/>
              <a:cs typeface="Times New Roman" panose="02020603050405020304" pitchFamily="18" charset="0"/>
            </a:endParaRPr>
          </a:p>
          <a:p>
            <a:pPr algn="l"/>
            <a:r>
              <a:rPr lang="en-US" sz="3200" b="0" i="0" dirty="0">
                <a:solidFill>
                  <a:srgbClr val="000000"/>
                </a:solidFill>
                <a:effectLst/>
                <a:latin typeface="Times New Roman" panose="02020603050405020304" pitchFamily="18" charset="0"/>
                <a:cs typeface="Times New Roman" panose="02020603050405020304" pitchFamily="18" charset="0"/>
              </a:rPr>
              <a:t>Demo 3 </a:t>
            </a:r>
            <a:r>
              <a:rPr lang="en-US" sz="3200" b="0" i="0" dirty="0" err="1">
                <a:solidFill>
                  <a:srgbClr val="000000"/>
                </a:solidFill>
                <a:effectLst/>
                <a:latin typeface="Times New Roman" panose="02020603050405020304" pitchFamily="18" charset="0"/>
                <a:cs typeface="Times New Roman" panose="02020603050405020304" pitchFamily="18" charset="0"/>
              </a:rPr>
              <a:t>phân</a:t>
            </a:r>
            <a:r>
              <a:rPr lang="en-US" sz="3200" b="0" i="0" dirty="0">
                <a:solidFill>
                  <a:srgbClr val="000000"/>
                </a:solidFill>
                <a:effectLst/>
                <a:latin typeface="Times New Roman" panose="02020603050405020304" pitchFamily="18" charset="0"/>
                <a:cs typeface="Times New Roman" panose="02020603050405020304" pitchFamily="18" charset="0"/>
              </a:rPr>
              <a:t> </a:t>
            </a:r>
            <a:r>
              <a:rPr lang="en-US" sz="3200" b="0" i="0" dirty="0" err="1">
                <a:solidFill>
                  <a:srgbClr val="000000"/>
                </a:solidFill>
                <a:effectLst/>
                <a:latin typeface="Times New Roman" panose="02020603050405020304" pitchFamily="18" charset="0"/>
                <a:cs typeface="Times New Roman" panose="02020603050405020304" pitchFamily="18" charset="0"/>
              </a:rPr>
              <a:t>hệ</a:t>
            </a:r>
            <a:r>
              <a:rPr lang="en-US" sz="3200" b="0" i="0" dirty="0">
                <a:solidFill>
                  <a:srgbClr val="000000"/>
                </a:solidFill>
                <a:effectLst/>
                <a:latin typeface="Times New Roman" panose="02020603050405020304" pitchFamily="18" charset="0"/>
                <a:cs typeface="Times New Roman" panose="02020603050405020304" pitchFamily="18" charset="0"/>
              </a:rPr>
              <a:t>: User – Restaurant – Shipper</a:t>
            </a:r>
          </a:p>
        </p:txBody>
      </p:sp>
      <p:cxnSp>
        <p:nvCxnSpPr>
          <p:cNvPr id="24" name="Straight Connector 23">
            <a:extLst>
              <a:ext uri="{FF2B5EF4-FFF2-40B4-BE49-F238E27FC236}">
                <a16:creationId xmlns:a16="http://schemas.microsoft.com/office/drawing/2014/main" id="{9C218392-9DB9-2C64-658F-0A0ECCC8D2BB}"/>
              </a:ext>
            </a:extLst>
          </p:cNvPr>
          <p:cNvCxnSpPr>
            <a:cxnSpLocks/>
          </p:cNvCxnSpPr>
          <p:nvPr/>
        </p:nvCxnSpPr>
        <p:spPr>
          <a:xfrm>
            <a:off x="1208857" y="6591300"/>
            <a:ext cx="6840000" cy="0"/>
          </a:xfrm>
          <a:prstGeom prst="line">
            <a:avLst/>
          </a:prstGeom>
          <a:ln w="50800">
            <a:solidFill>
              <a:schemeClr val="accent6"/>
            </a:solidFill>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82894493-5502-8C98-4FEE-B2450F01C27C}"/>
              </a:ext>
            </a:extLst>
          </p:cNvPr>
          <p:cNvSpPr txBox="1"/>
          <p:nvPr/>
        </p:nvSpPr>
        <p:spPr>
          <a:xfrm>
            <a:off x="1161757" y="5904156"/>
            <a:ext cx="3276600" cy="584775"/>
          </a:xfrm>
          <a:prstGeom prst="rect">
            <a:avLst/>
          </a:prstGeom>
          <a:noFill/>
        </p:spPr>
        <p:txBody>
          <a:bodyPr wrap="square" rtlCol="0">
            <a:spAutoFit/>
          </a:bodyPr>
          <a:lstStyle/>
          <a:p>
            <a:r>
              <a:rPr lang="en-VN" sz="3200" b="1" dirty="0">
                <a:solidFill>
                  <a:schemeClr val="accent6"/>
                </a:solidFill>
                <a:latin typeface="Times New Roman" panose="02020603050405020304" pitchFamily="18" charset="0"/>
                <a:cs typeface="Times New Roman" panose="02020603050405020304" pitchFamily="18" charset="0"/>
              </a:rPr>
              <a:t>03</a:t>
            </a:r>
          </a:p>
        </p:txBody>
      </p:sp>
      <p:sp>
        <p:nvSpPr>
          <p:cNvPr id="28" name="TextBox 27">
            <a:extLst>
              <a:ext uri="{FF2B5EF4-FFF2-40B4-BE49-F238E27FC236}">
                <a16:creationId xmlns:a16="http://schemas.microsoft.com/office/drawing/2014/main" id="{1FF4631D-DE5E-4ED5-1301-89B2C12E8974}"/>
              </a:ext>
            </a:extLst>
          </p:cNvPr>
          <p:cNvSpPr txBox="1"/>
          <p:nvPr/>
        </p:nvSpPr>
        <p:spPr>
          <a:xfrm>
            <a:off x="1208857" y="6591300"/>
            <a:ext cx="6934200" cy="1600438"/>
          </a:xfrm>
          <a:prstGeom prst="rect">
            <a:avLst/>
          </a:prstGeom>
          <a:noFill/>
        </p:spPr>
        <p:txBody>
          <a:bodyPr wrap="square" rtlCol="0">
            <a:spAutoFit/>
          </a:bodyPr>
          <a:lstStyle/>
          <a:p>
            <a:pPr algn="l">
              <a:lnSpc>
                <a:spcPct val="150000"/>
              </a:lnSpc>
            </a:pPr>
            <a:r>
              <a:rPr lang="vi-VN" sz="4400" b="1" i="0" dirty="0">
                <a:solidFill>
                  <a:srgbClr val="15458C"/>
                </a:solidFill>
                <a:effectLst/>
                <a:latin typeface="+mj-lt"/>
              </a:rPr>
              <a:t>Kết quả đạt được</a:t>
            </a:r>
          </a:p>
          <a:p>
            <a:pPr algn="l"/>
            <a:r>
              <a:rPr lang="en-US" sz="3200" b="0" i="0" dirty="0" err="1">
                <a:solidFill>
                  <a:srgbClr val="000000"/>
                </a:solidFill>
                <a:effectLst/>
                <a:latin typeface="Times New Roman" panose="02020603050405020304" pitchFamily="18" charset="0"/>
                <a:cs typeface="Times New Roman" panose="02020603050405020304" pitchFamily="18" charset="0"/>
              </a:rPr>
              <a:t>Sản</a:t>
            </a:r>
            <a:r>
              <a:rPr lang="en-US" sz="3200" b="0" i="0" dirty="0">
                <a:solidFill>
                  <a:srgbClr val="000000"/>
                </a:solidFill>
                <a:effectLst/>
                <a:latin typeface="Times New Roman" panose="02020603050405020304" pitchFamily="18" charset="0"/>
                <a:cs typeface="Times New Roman" panose="02020603050405020304" pitchFamily="18" charset="0"/>
              </a:rPr>
              <a:t> </a:t>
            </a:r>
            <a:r>
              <a:rPr lang="en-US" sz="3200" b="0" i="0" dirty="0" err="1">
                <a:solidFill>
                  <a:srgbClr val="000000"/>
                </a:solidFill>
                <a:effectLst/>
                <a:latin typeface="Times New Roman" panose="02020603050405020304" pitchFamily="18" charset="0"/>
                <a:cs typeface="Times New Roman" panose="02020603050405020304" pitchFamily="18" charset="0"/>
              </a:rPr>
              <a:t>phẩm</a:t>
            </a:r>
            <a:r>
              <a:rPr lang="en-US" sz="3200" b="0" i="0" dirty="0">
                <a:solidFill>
                  <a:srgbClr val="000000"/>
                </a:solidFill>
                <a:effectLst/>
                <a:latin typeface="Times New Roman" panose="02020603050405020304" pitchFamily="18" charset="0"/>
                <a:cs typeface="Times New Roman" panose="02020603050405020304" pitchFamily="18" charset="0"/>
              </a:rPr>
              <a:t> </a:t>
            </a:r>
            <a:r>
              <a:rPr lang="en-US" sz="3200" b="0" i="0" dirty="0" err="1">
                <a:solidFill>
                  <a:srgbClr val="000000"/>
                </a:solidFill>
                <a:effectLst/>
                <a:latin typeface="Times New Roman" panose="02020603050405020304" pitchFamily="18" charset="0"/>
                <a:cs typeface="Times New Roman" panose="02020603050405020304" pitchFamily="18" charset="0"/>
              </a:rPr>
              <a:t>hoàn</a:t>
            </a:r>
            <a:r>
              <a:rPr lang="en-US" sz="3200" b="0" i="0" dirty="0">
                <a:solidFill>
                  <a:srgbClr val="000000"/>
                </a:solidFill>
                <a:effectLst/>
                <a:latin typeface="Times New Roman" panose="02020603050405020304" pitchFamily="18" charset="0"/>
                <a:cs typeface="Times New Roman" panose="02020603050405020304" pitchFamily="18" charset="0"/>
              </a:rPr>
              <a:t> </a:t>
            </a:r>
            <a:r>
              <a:rPr lang="en-US" sz="3200" b="0" i="0" dirty="0" err="1">
                <a:solidFill>
                  <a:srgbClr val="000000"/>
                </a:solidFill>
                <a:effectLst/>
                <a:latin typeface="Times New Roman" panose="02020603050405020304" pitchFamily="18" charset="0"/>
                <a:cs typeface="Times New Roman" panose="02020603050405020304" pitchFamily="18" charset="0"/>
              </a:rPr>
              <a:t>thành</a:t>
            </a:r>
            <a:r>
              <a:rPr lang="en-US" sz="3200" b="0" i="0" dirty="0">
                <a:solidFill>
                  <a:srgbClr val="000000"/>
                </a:solidFill>
                <a:effectLst/>
                <a:latin typeface="Times New Roman" panose="02020603050405020304" pitchFamily="18" charset="0"/>
                <a:cs typeface="Times New Roman" panose="02020603050405020304" pitchFamily="18" charset="0"/>
              </a:rPr>
              <a:t>, </a:t>
            </a:r>
            <a:r>
              <a:rPr lang="en-US" sz="3200" b="0" i="0" dirty="0" err="1">
                <a:solidFill>
                  <a:srgbClr val="000000"/>
                </a:solidFill>
                <a:effectLst/>
                <a:latin typeface="Times New Roman" panose="02020603050405020304" pitchFamily="18" charset="0"/>
                <a:cs typeface="Times New Roman" panose="02020603050405020304" pitchFamily="18" charset="0"/>
              </a:rPr>
              <a:t>kiểm</a:t>
            </a:r>
            <a:r>
              <a:rPr lang="en-US" sz="3200" b="0" i="0" dirty="0">
                <a:solidFill>
                  <a:srgbClr val="000000"/>
                </a:solidFill>
                <a:effectLst/>
                <a:latin typeface="Times New Roman" panose="02020603050405020304" pitchFamily="18" charset="0"/>
                <a:cs typeface="Times New Roman" panose="02020603050405020304" pitchFamily="18" charset="0"/>
              </a:rPr>
              <a:t> </a:t>
            </a:r>
            <a:r>
              <a:rPr lang="en-US" sz="3200" b="0" i="0" dirty="0" err="1">
                <a:solidFill>
                  <a:srgbClr val="000000"/>
                </a:solidFill>
                <a:effectLst/>
                <a:latin typeface="Times New Roman" panose="02020603050405020304" pitchFamily="18" charset="0"/>
                <a:cs typeface="Times New Roman" panose="02020603050405020304" pitchFamily="18" charset="0"/>
              </a:rPr>
              <a:t>thử</a:t>
            </a:r>
            <a:endParaRPr lang="en-US" sz="3200" b="0" i="0" dirty="0">
              <a:solidFill>
                <a:srgbClr val="000000"/>
              </a:solidFill>
              <a:effectLst/>
              <a:latin typeface="Times New Roman" panose="02020603050405020304" pitchFamily="18" charset="0"/>
              <a:cs typeface="Times New Roman" panose="02020603050405020304" pitchFamily="18" charset="0"/>
            </a:endParaRPr>
          </a:p>
        </p:txBody>
      </p:sp>
      <p:cxnSp>
        <p:nvCxnSpPr>
          <p:cNvPr id="29" name="Straight Connector 28">
            <a:extLst>
              <a:ext uri="{FF2B5EF4-FFF2-40B4-BE49-F238E27FC236}">
                <a16:creationId xmlns:a16="http://schemas.microsoft.com/office/drawing/2014/main" id="{5FC6A22D-9CC9-C004-4D11-E8D6FBDE16B6}"/>
              </a:ext>
            </a:extLst>
          </p:cNvPr>
          <p:cNvCxnSpPr>
            <a:cxnSpLocks/>
          </p:cNvCxnSpPr>
          <p:nvPr/>
        </p:nvCxnSpPr>
        <p:spPr>
          <a:xfrm>
            <a:off x="9990249" y="6591300"/>
            <a:ext cx="6840000" cy="0"/>
          </a:xfrm>
          <a:prstGeom prst="line">
            <a:avLst/>
          </a:prstGeom>
          <a:ln w="50800">
            <a:solidFill>
              <a:schemeClr val="accent6"/>
            </a:solidFill>
          </a:ln>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B7DF7CC7-F3DD-4B23-E95B-8D307C8382AC}"/>
              </a:ext>
            </a:extLst>
          </p:cNvPr>
          <p:cNvSpPr txBox="1"/>
          <p:nvPr/>
        </p:nvSpPr>
        <p:spPr>
          <a:xfrm>
            <a:off x="9990249" y="5848530"/>
            <a:ext cx="3276600" cy="584775"/>
          </a:xfrm>
          <a:prstGeom prst="rect">
            <a:avLst/>
          </a:prstGeom>
          <a:noFill/>
        </p:spPr>
        <p:txBody>
          <a:bodyPr wrap="square" rtlCol="0">
            <a:spAutoFit/>
          </a:bodyPr>
          <a:lstStyle/>
          <a:p>
            <a:r>
              <a:rPr lang="en-VN" sz="3200" b="1" dirty="0">
                <a:solidFill>
                  <a:schemeClr val="accent6"/>
                </a:solidFill>
                <a:latin typeface="Times New Roman" panose="02020603050405020304" pitchFamily="18" charset="0"/>
                <a:cs typeface="Times New Roman" panose="02020603050405020304" pitchFamily="18" charset="0"/>
              </a:rPr>
              <a:t>04</a:t>
            </a:r>
          </a:p>
        </p:txBody>
      </p:sp>
      <p:sp>
        <p:nvSpPr>
          <p:cNvPr id="32" name="TextBox 31">
            <a:extLst>
              <a:ext uri="{FF2B5EF4-FFF2-40B4-BE49-F238E27FC236}">
                <a16:creationId xmlns:a16="http://schemas.microsoft.com/office/drawing/2014/main" id="{DC6FF43C-4337-9C78-766B-AD3DEC0B607E}"/>
              </a:ext>
            </a:extLst>
          </p:cNvPr>
          <p:cNvSpPr txBox="1"/>
          <p:nvPr/>
        </p:nvSpPr>
        <p:spPr>
          <a:xfrm>
            <a:off x="9927044" y="6591300"/>
            <a:ext cx="6934200" cy="1661993"/>
          </a:xfrm>
          <a:prstGeom prst="rect">
            <a:avLst/>
          </a:prstGeom>
          <a:noFill/>
        </p:spPr>
        <p:txBody>
          <a:bodyPr wrap="square" rtlCol="0">
            <a:spAutoFit/>
          </a:bodyPr>
          <a:lstStyle/>
          <a:p>
            <a:pPr algn="l">
              <a:lnSpc>
                <a:spcPct val="150000"/>
              </a:lnSpc>
            </a:pPr>
            <a:r>
              <a:rPr lang="vi-VN" sz="4400" b="1" i="0" dirty="0">
                <a:solidFill>
                  <a:srgbClr val="15458C"/>
                </a:solidFill>
                <a:effectLst/>
                <a:latin typeface="+mj-lt"/>
              </a:rPr>
              <a:t>Hướng phát triển</a:t>
            </a:r>
          </a:p>
          <a:p>
            <a:pPr algn="l"/>
            <a:r>
              <a:rPr lang="vi-VN" sz="3600" b="0" i="0" dirty="0">
                <a:solidFill>
                  <a:srgbClr val="000000"/>
                </a:solidFill>
                <a:effectLst/>
                <a:latin typeface="Times New Roman" panose="02020603050405020304" pitchFamily="18" charset="0"/>
                <a:cs typeface="Times New Roman" panose="02020603050405020304" pitchFamily="18" charset="0"/>
              </a:rPr>
              <a:t>Tính năng mở rộng trong tương lai</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5240" y="762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a:stretch>
          </a:blipFill>
        </p:spPr>
        <p:txBody>
          <a:bodyPr/>
          <a:lstStyle/>
          <a:p>
            <a:endParaRPr lang="vi-VN"/>
          </a:p>
        </p:txBody>
      </p:sp>
      <p:grpSp>
        <p:nvGrpSpPr>
          <p:cNvPr id="3" name="Group 3"/>
          <p:cNvGrpSpPr/>
          <p:nvPr/>
        </p:nvGrpSpPr>
        <p:grpSpPr>
          <a:xfrm>
            <a:off x="1127553" y="1902016"/>
            <a:ext cx="853655" cy="972116"/>
            <a:chOff x="0" y="-205478"/>
            <a:chExt cx="1371600" cy="1615178"/>
          </a:xfrm>
        </p:grpSpPr>
        <p:sp>
          <p:nvSpPr>
            <p:cNvPr id="4" name="Freeform 4"/>
            <p:cNvSpPr/>
            <p:nvPr/>
          </p:nvSpPr>
          <p:spPr>
            <a:xfrm>
              <a:off x="0" y="0"/>
              <a:ext cx="1371600" cy="1409700"/>
            </a:xfrm>
            <a:custGeom>
              <a:avLst/>
              <a:gdLst/>
              <a:ahLst/>
              <a:cxnLst/>
              <a:rect l="l" t="t" r="r" b="b"/>
              <a:pathLst>
                <a:path w="1371600" h="1409700">
                  <a:moveTo>
                    <a:pt x="0" y="704850"/>
                  </a:moveTo>
                  <a:cubicBezTo>
                    <a:pt x="0" y="315595"/>
                    <a:pt x="307086" y="0"/>
                    <a:pt x="685800" y="0"/>
                  </a:cubicBezTo>
                  <a:cubicBezTo>
                    <a:pt x="1064514" y="0"/>
                    <a:pt x="1371600" y="315595"/>
                    <a:pt x="1371600" y="704850"/>
                  </a:cubicBezTo>
                  <a:cubicBezTo>
                    <a:pt x="1371600" y="1094105"/>
                    <a:pt x="1064514" y="1409700"/>
                    <a:pt x="685800" y="1409700"/>
                  </a:cubicBezTo>
                  <a:cubicBezTo>
                    <a:pt x="307086" y="1409700"/>
                    <a:pt x="0" y="1094105"/>
                    <a:pt x="0" y="704850"/>
                  </a:cubicBezTo>
                  <a:close/>
                </a:path>
              </a:pathLst>
            </a:custGeom>
            <a:solidFill>
              <a:srgbClr val="FCB618"/>
            </a:solidFill>
            <a:ln w="12700">
              <a:solidFill>
                <a:schemeClr val="bg1"/>
              </a:solidFill>
            </a:ln>
          </p:spPr>
          <p:txBody>
            <a:bodyPr/>
            <a:lstStyle/>
            <a:p>
              <a:endParaRPr lang="vi-VN" sz="4800"/>
            </a:p>
          </p:txBody>
        </p:sp>
        <p:sp>
          <p:nvSpPr>
            <p:cNvPr id="5" name="TextBox 5"/>
            <p:cNvSpPr txBox="1"/>
            <p:nvPr/>
          </p:nvSpPr>
          <p:spPr>
            <a:xfrm>
              <a:off x="76" y="-205478"/>
              <a:ext cx="1371524" cy="1428709"/>
            </a:xfrm>
            <a:prstGeom prst="rect">
              <a:avLst/>
            </a:prstGeom>
            <a:noFill/>
            <a:ln>
              <a:noFill/>
            </a:ln>
          </p:spPr>
          <p:style>
            <a:lnRef idx="0">
              <a:scrgbClr r="0" g="0" b="0"/>
            </a:lnRef>
            <a:fillRef idx="0">
              <a:scrgbClr r="0" g="0" b="0"/>
            </a:fillRef>
            <a:effectRef idx="0">
              <a:scrgbClr r="0" g="0" b="0"/>
            </a:effectRef>
            <a:fontRef idx="minor">
              <a:schemeClr val="accent6"/>
            </a:fontRef>
          </p:style>
          <p:txBody>
            <a:bodyPr lIns="50800" tIns="50800" rIns="50800" bIns="50800" rtlCol="0" anchor="ctr"/>
            <a:lstStyle/>
            <a:p>
              <a:pPr algn="ctr">
                <a:lnSpc>
                  <a:spcPts val="8640"/>
                </a:lnSpc>
              </a:pPr>
              <a:r>
                <a:rPr lang="en-US" sz="4400" b="1" dirty="0">
                  <a:solidFill>
                    <a:srgbClr val="FFFFFF"/>
                  </a:solidFill>
                  <a:latin typeface="Cambria" panose="02040503050406030204" pitchFamily="18" charset="0"/>
                  <a:ea typeface="Cambria" panose="02040503050406030204" pitchFamily="18" charset="0"/>
                  <a:cs typeface="Cambria Bold"/>
                  <a:sym typeface="Cambria Bold"/>
                </a:rPr>
                <a:t>1</a:t>
              </a:r>
            </a:p>
          </p:txBody>
        </p:sp>
      </p:grpSp>
      <p:sp>
        <p:nvSpPr>
          <p:cNvPr id="6" name="TextBox 6"/>
          <p:cNvSpPr txBox="1"/>
          <p:nvPr/>
        </p:nvSpPr>
        <p:spPr>
          <a:xfrm>
            <a:off x="2333243" y="1902016"/>
            <a:ext cx="7438557" cy="984629"/>
          </a:xfrm>
          <a:prstGeom prst="rect">
            <a:avLst/>
          </a:prstGeom>
        </p:spPr>
        <p:txBody>
          <a:bodyPr lIns="0" tIns="0" rIns="0" bIns="0" rtlCol="0" anchor="t">
            <a:spAutoFit/>
          </a:bodyPr>
          <a:lstStyle/>
          <a:p>
            <a:pPr algn="l">
              <a:lnSpc>
                <a:spcPts val="8640"/>
              </a:lnSpc>
            </a:pPr>
            <a:r>
              <a:rPr lang="en-US" sz="5400" b="1" dirty="0" err="1">
                <a:solidFill>
                  <a:srgbClr val="16458C"/>
                </a:solidFill>
                <a:latin typeface="Cambria" panose="02040503050406030204" pitchFamily="18" charset="0"/>
                <a:ea typeface="Cambria" panose="02040503050406030204" pitchFamily="18" charset="0"/>
                <a:cs typeface="Cambria Bold"/>
                <a:sym typeface="Cambria Bold"/>
              </a:rPr>
              <a:t>Tổng</a:t>
            </a:r>
            <a:r>
              <a:rPr lang="en-US" sz="5400" b="1" dirty="0">
                <a:solidFill>
                  <a:srgbClr val="16458C"/>
                </a:solidFill>
                <a:latin typeface="Cambria" panose="02040503050406030204" pitchFamily="18" charset="0"/>
                <a:ea typeface="Cambria" panose="02040503050406030204" pitchFamily="18" charset="0"/>
                <a:cs typeface="Cambria Bold"/>
                <a:sym typeface="Cambria Bold"/>
              </a:rPr>
              <a:t> </a:t>
            </a:r>
            <a:r>
              <a:rPr lang="en-US" sz="5400" b="1" dirty="0" err="1">
                <a:solidFill>
                  <a:srgbClr val="16458C"/>
                </a:solidFill>
                <a:latin typeface="Cambria" panose="02040503050406030204" pitchFamily="18" charset="0"/>
                <a:ea typeface="Cambria" panose="02040503050406030204" pitchFamily="18" charset="0"/>
                <a:cs typeface="Cambria Bold"/>
                <a:sym typeface="Cambria Bold"/>
              </a:rPr>
              <a:t>quan</a:t>
            </a:r>
            <a:r>
              <a:rPr lang="en-US" sz="5400" b="1" dirty="0">
                <a:solidFill>
                  <a:srgbClr val="16458C"/>
                </a:solidFill>
                <a:latin typeface="Cambria" panose="02040503050406030204" pitchFamily="18" charset="0"/>
                <a:ea typeface="Cambria" panose="02040503050406030204" pitchFamily="18" charset="0"/>
                <a:cs typeface="Cambria Bold"/>
                <a:sym typeface="Cambria Bold"/>
              </a:rPr>
              <a:t> </a:t>
            </a:r>
            <a:r>
              <a:rPr lang="en-US" sz="5400" b="1" dirty="0" err="1">
                <a:solidFill>
                  <a:srgbClr val="16458C"/>
                </a:solidFill>
                <a:latin typeface="Cambria" panose="02040503050406030204" pitchFamily="18" charset="0"/>
                <a:ea typeface="Cambria" panose="02040503050406030204" pitchFamily="18" charset="0"/>
                <a:cs typeface="Cambria Bold"/>
                <a:sym typeface="Cambria Bold"/>
              </a:rPr>
              <a:t>đề</a:t>
            </a:r>
            <a:r>
              <a:rPr lang="en-US" sz="5400" b="1" dirty="0">
                <a:solidFill>
                  <a:srgbClr val="16458C"/>
                </a:solidFill>
                <a:latin typeface="Cambria" panose="02040503050406030204" pitchFamily="18" charset="0"/>
                <a:ea typeface="Cambria" panose="02040503050406030204" pitchFamily="18" charset="0"/>
                <a:cs typeface="Cambria Bold"/>
                <a:sym typeface="Cambria Bold"/>
              </a:rPr>
              <a:t> </a:t>
            </a:r>
            <a:r>
              <a:rPr lang="en-US" sz="5400" b="1" dirty="0" err="1">
                <a:solidFill>
                  <a:srgbClr val="16458C"/>
                </a:solidFill>
                <a:latin typeface="Cambria" panose="02040503050406030204" pitchFamily="18" charset="0"/>
                <a:ea typeface="Cambria" panose="02040503050406030204" pitchFamily="18" charset="0"/>
                <a:cs typeface="Cambria Bold"/>
                <a:sym typeface="Cambria Bold"/>
              </a:rPr>
              <a:t>tài</a:t>
            </a:r>
            <a:endParaRPr lang="en-US" sz="5400" b="1" dirty="0">
              <a:solidFill>
                <a:srgbClr val="16458C"/>
              </a:solidFill>
              <a:latin typeface="Cambria" panose="02040503050406030204" pitchFamily="18" charset="0"/>
              <a:ea typeface="Cambria" panose="02040503050406030204" pitchFamily="18" charset="0"/>
              <a:cs typeface="Cambria Bold"/>
              <a:sym typeface="Cambria Bold"/>
            </a:endParaRPr>
          </a:p>
        </p:txBody>
      </p:sp>
      <p:cxnSp>
        <p:nvCxnSpPr>
          <p:cNvPr id="10" name="Straight Connector 9">
            <a:extLst>
              <a:ext uri="{FF2B5EF4-FFF2-40B4-BE49-F238E27FC236}">
                <a16:creationId xmlns:a16="http://schemas.microsoft.com/office/drawing/2014/main" id="{CA672E5A-0621-C8A7-C4FD-953F9986D6D7}"/>
              </a:ext>
            </a:extLst>
          </p:cNvPr>
          <p:cNvCxnSpPr>
            <a:cxnSpLocks/>
          </p:cNvCxnSpPr>
          <p:nvPr/>
        </p:nvCxnSpPr>
        <p:spPr>
          <a:xfrm flipH="1">
            <a:off x="1905000" y="3923445"/>
            <a:ext cx="5257800" cy="0"/>
          </a:xfrm>
          <a:prstGeom prst="line">
            <a:avLst/>
          </a:prstGeom>
          <a:ln w="76200">
            <a:solidFill>
              <a:srgbClr val="FCB618"/>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79F0ABDA-DCB3-11E0-6098-594D83463C49}"/>
              </a:ext>
            </a:extLst>
          </p:cNvPr>
          <p:cNvSpPr txBox="1"/>
          <p:nvPr/>
        </p:nvSpPr>
        <p:spPr>
          <a:xfrm>
            <a:off x="577433" y="4276698"/>
            <a:ext cx="7575968" cy="5149871"/>
          </a:xfrm>
          <a:prstGeom prst="rect">
            <a:avLst/>
          </a:prstGeom>
          <a:noFill/>
        </p:spPr>
        <p:txBody>
          <a:bodyPr wrap="square" rtlCol="0">
            <a:spAutoFit/>
          </a:bodyPr>
          <a:lstStyle/>
          <a:p>
            <a:pPr marL="571500" indent="-571500" algn="just">
              <a:lnSpc>
                <a:spcPct val="130000"/>
              </a:lnSpc>
              <a:buSzPct val="100000"/>
              <a:buFont typeface="Wingdings" panose="05000000000000000000" pitchFamily="2" charset="2"/>
              <a:buChar char="ü"/>
            </a:pPr>
            <a:r>
              <a:rPr lang="en-US" sz="3200" dirty="0" err="1">
                <a:solidFill>
                  <a:srgbClr val="1E293B"/>
                </a:solidFill>
                <a:latin typeface="Times New Roman" panose="02020603050405020304" pitchFamily="18" charset="0"/>
                <a:ea typeface="Cambria" panose="02040503050406030204" pitchFamily="18" charset="0"/>
                <a:cs typeface="Times New Roman" panose="02020603050405020304" pitchFamily="18" charset="0"/>
              </a:rPr>
              <a:t>Thị</a:t>
            </a:r>
            <a:r>
              <a:rPr lang="en-US" sz="3200" dirty="0">
                <a:solidFill>
                  <a:srgbClr val="1E293B"/>
                </a:solidFill>
                <a:latin typeface="Times New Roman" panose="02020603050405020304" pitchFamily="18" charset="0"/>
                <a:ea typeface="Cambria" panose="02040503050406030204" pitchFamily="18" charset="0"/>
                <a:cs typeface="Times New Roman" panose="02020603050405020304" pitchFamily="18" charset="0"/>
              </a:rPr>
              <a:t> </a:t>
            </a:r>
            <a:r>
              <a:rPr lang="en-US" sz="3200" dirty="0" err="1">
                <a:solidFill>
                  <a:srgbClr val="1E293B"/>
                </a:solidFill>
                <a:latin typeface="Times New Roman" panose="02020603050405020304" pitchFamily="18" charset="0"/>
                <a:ea typeface="Cambria" panose="02040503050406030204" pitchFamily="18" charset="0"/>
                <a:cs typeface="Times New Roman" panose="02020603050405020304" pitchFamily="18" charset="0"/>
              </a:rPr>
              <a:t>trường</a:t>
            </a:r>
            <a:r>
              <a:rPr lang="en-US" sz="3200" dirty="0">
                <a:solidFill>
                  <a:srgbClr val="1E293B"/>
                </a:solidFill>
                <a:latin typeface="Times New Roman" panose="02020603050405020304" pitchFamily="18" charset="0"/>
                <a:ea typeface="Cambria" panose="02040503050406030204" pitchFamily="18" charset="0"/>
                <a:cs typeface="Times New Roman" panose="02020603050405020304" pitchFamily="18" charset="0"/>
              </a:rPr>
              <a:t> </a:t>
            </a:r>
            <a:r>
              <a:rPr lang="en-US" sz="3200" dirty="0" err="1">
                <a:solidFill>
                  <a:srgbClr val="1E293B"/>
                </a:solidFill>
                <a:latin typeface="Times New Roman" panose="02020603050405020304" pitchFamily="18" charset="0"/>
                <a:ea typeface="Cambria" panose="02040503050406030204" pitchFamily="18" charset="0"/>
                <a:cs typeface="Times New Roman" panose="02020603050405020304" pitchFamily="18" charset="0"/>
              </a:rPr>
              <a:t>giao</a:t>
            </a:r>
            <a:r>
              <a:rPr lang="en-US" sz="3200" dirty="0">
                <a:solidFill>
                  <a:srgbClr val="1E293B"/>
                </a:solidFill>
                <a:latin typeface="Times New Roman" panose="02020603050405020304" pitchFamily="18" charset="0"/>
                <a:ea typeface="Cambria" panose="02040503050406030204" pitchFamily="18" charset="0"/>
                <a:cs typeface="Times New Roman" panose="02020603050405020304" pitchFamily="18" charset="0"/>
              </a:rPr>
              <a:t> </a:t>
            </a:r>
            <a:r>
              <a:rPr lang="en-US" sz="3200" dirty="0" err="1">
                <a:solidFill>
                  <a:srgbClr val="1E293B"/>
                </a:solidFill>
                <a:latin typeface="Times New Roman" panose="02020603050405020304" pitchFamily="18" charset="0"/>
                <a:ea typeface="Cambria" panose="02040503050406030204" pitchFamily="18" charset="0"/>
                <a:cs typeface="Times New Roman" panose="02020603050405020304" pitchFamily="18" charset="0"/>
              </a:rPr>
              <a:t>đồ</a:t>
            </a:r>
            <a:r>
              <a:rPr lang="en-US" sz="3200" dirty="0">
                <a:solidFill>
                  <a:srgbClr val="1E293B"/>
                </a:solidFill>
                <a:latin typeface="Times New Roman" panose="02020603050405020304" pitchFamily="18" charset="0"/>
                <a:ea typeface="Cambria" panose="02040503050406030204" pitchFamily="18" charset="0"/>
                <a:cs typeface="Times New Roman" panose="02020603050405020304" pitchFamily="18" charset="0"/>
              </a:rPr>
              <a:t> </a:t>
            </a:r>
            <a:r>
              <a:rPr lang="en-US" sz="3200" dirty="0" err="1">
                <a:solidFill>
                  <a:srgbClr val="1E293B"/>
                </a:solidFill>
                <a:latin typeface="Times New Roman" panose="02020603050405020304" pitchFamily="18" charset="0"/>
                <a:ea typeface="Cambria" panose="02040503050406030204" pitchFamily="18" charset="0"/>
                <a:cs typeface="Times New Roman" panose="02020603050405020304" pitchFamily="18" charset="0"/>
              </a:rPr>
              <a:t>ăn</a:t>
            </a:r>
            <a:r>
              <a:rPr lang="en-US" sz="3200" dirty="0">
                <a:solidFill>
                  <a:srgbClr val="1E293B"/>
                </a:solidFill>
                <a:latin typeface="Times New Roman" panose="02020603050405020304" pitchFamily="18" charset="0"/>
                <a:ea typeface="Cambria" panose="02040503050406030204" pitchFamily="18" charset="0"/>
                <a:cs typeface="Times New Roman" panose="02020603050405020304" pitchFamily="18" charset="0"/>
              </a:rPr>
              <a:t> </a:t>
            </a:r>
            <a:r>
              <a:rPr lang="en-US" sz="3200" dirty="0" err="1">
                <a:solidFill>
                  <a:srgbClr val="1E293B"/>
                </a:solidFill>
                <a:latin typeface="Times New Roman" panose="02020603050405020304" pitchFamily="18" charset="0"/>
                <a:ea typeface="Cambria" panose="02040503050406030204" pitchFamily="18" charset="0"/>
                <a:cs typeface="Times New Roman" panose="02020603050405020304" pitchFamily="18" charset="0"/>
              </a:rPr>
              <a:t>trực</a:t>
            </a:r>
            <a:r>
              <a:rPr lang="en-US" sz="3200" dirty="0">
                <a:solidFill>
                  <a:srgbClr val="1E293B"/>
                </a:solidFill>
                <a:latin typeface="Times New Roman" panose="02020603050405020304" pitchFamily="18" charset="0"/>
                <a:ea typeface="Cambria" panose="02040503050406030204" pitchFamily="18" charset="0"/>
                <a:cs typeface="Times New Roman" panose="02020603050405020304" pitchFamily="18" charset="0"/>
              </a:rPr>
              <a:t> </a:t>
            </a:r>
            <a:r>
              <a:rPr lang="en-US" sz="3200" dirty="0" err="1">
                <a:solidFill>
                  <a:srgbClr val="1E293B"/>
                </a:solidFill>
                <a:latin typeface="Times New Roman" panose="02020603050405020304" pitchFamily="18" charset="0"/>
                <a:ea typeface="Cambria" panose="02040503050406030204" pitchFamily="18" charset="0"/>
                <a:cs typeface="Times New Roman" panose="02020603050405020304" pitchFamily="18" charset="0"/>
              </a:rPr>
              <a:t>tuyến</a:t>
            </a:r>
            <a:r>
              <a:rPr lang="en-US" sz="3200" dirty="0">
                <a:solidFill>
                  <a:srgbClr val="1E293B"/>
                </a:solidFill>
                <a:latin typeface="Times New Roman" panose="02020603050405020304" pitchFamily="18" charset="0"/>
                <a:ea typeface="Cambria" panose="02040503050406030204" pitchFamily="18" charset="0"/>
                <a:cs typeface="Times New Roman" panose="02020603050405020304" pitchFamily="18" charset="0"/>
              </a:rPr>
              <a:t> </a:t>
            </a:r>
            <a:r>
              <a:rPr lang="en-US" sz="3200" dirty="0" err="1">
                <a:solidFill>
                  <a:srgbClr val="1E293B"/>
                </a:solidFill>
                <a:latin typeface="Times New Roman" panose="02020603050405020304" pitchFamily="18" charset="0"/>
                <a:ea typeface="Cambria" panose="02040503050406030204" pitchFamily="18" charset="0"/>
                <a:cs typeface="Times New Roman" panose="02020603050405020304" pitchFamily="18" charset="0"/>
              </a:rPr>
              <a:t>ở</a:t>
            </a:r>
            <a:r>
              <a:rPr lang="en-US" sz="3200" dirty="0">
                <a:solidFill>
                  <a:srgbClr val="1E293B"/>
                </a:solidFill>
                <a:latin typeface="Times New Roman" panose="02020603050405020304" pitchFamily="18" charset="0"/>
                <a:ea typeface="Cambria" panose="02040503050406030204" pitchFamily="18" charset="0"/>
                <a:cs typeface="Times New Roman" panose="02020603050405020304" pitchFamily="18" charset="0"/>
              </a:rPr>
              <a:t> </a:t>
            </a:r>
            <a:r>
              <a:rPr lang="en-US" sz="3200" dirty="0" err="1">
                <a:solidFill>
                  <a:srgbClr val="1E293B"/>
                </a:solidFill>
                <a:latin typeface="Times New Roman" panose="02020603050405020304" pitchFamily="18" charset="0"/>
                <a:ea typeface="Cambria" panose="02040503050406030204" pitchFamily="18" charset="0"/>
                <a:cs typeface="Times New Roman" panose="02020603050405020304" pitchFamily="18" charset="0"/>
              </a:rPr>
              <a:t>Việt</a:t>
            </a:r>
            <a:r>
              <a:rPr lang="en-US" sz="3200" dirty="0">
                <a:solidFill>
                  <a:srgbClr val="1E293B"/>
                </a:solidFill>
                <a:latin typeface="Times New Roman" panose="02020603050405020304" pitchFamily="18" charset="0"/>
                <a:ea typeface="Cambria" panose="02040503050406030204" pitchFamily="18" charset="0"/>
                <a:cs typeface="Times New Roman" panose="02020603050405020304" pitchFamily="18" charset="0"/>
              </a:rPr>
              <a:t> Nam </a:t>
            </a:r>
            <a:r>
              <a:rPr lang="en-US" sz="3200" dirty="0" err="1">
                <a:solidFill>
                  <a:srgbClr val="1E293B"/>
                </a:solidFill>
                <a:latin typeface="Times New Roman" panose="02020603050405020304" pitchFamily="18" charset="0"/>
                <a:ea typeface="Cambria" panose="02040503050406030204" pitchFamily="18" charset="0"/>
                <a:cs typeface="Times New Roman" panose="02020603050405020304" pitchFamily="18" charset="0"/>
              </a:rPr>
              <a:t>tăng</a:t>
            </a:r>
            <a:r>
              <a:rPr lang="en-US" sz="3200" dirty="0">
                <a:solidFill>
                  <a:srgbClr val="1E293B"/>
                </a:solidFill>
                <a:latin typeface="Times New Roman" panose="02020603050405020304" pitchFamily="18" charset="0"/>
                <a:ea typeface="Cambria" panose="02040503050406030204" pitchFamily="18" charset="0"/>
                <a:cs typeface="Times New Roman" panose="02020603050405020304" pitchFamily="18" charset="0"/>
              </a:rPr>
              <a:t> </a:t>
            </a:r>
            <a:r>
              <a:rPr lang="en-US" sz="3200" dirty="0" err="1">
                <a:solidFill>
                  <a:srgbClr val="1E293B"/>
                </a:solidFill>
                <a:latin typeface="Times New Roman" panose="02020603050405020304" pitchFamily="18" charset="0"/>
                <a:ea typeface="Cambria" panose="02040503050406030204" pitchFamily="18" charset="0"/>
                <a:cs typeface="Times New Roman" panose="02020603050405020304" pitchFamily="18" charset="0"/>
              </a:rPr>
              <a:t>trưởng</a:t>
            </a:r>
            <a:r>
              <a:rPr lang="en-US" sz="3200" dirty="0">
                <a:solidFill>
                  <a:srgbClr val="1E293B"/>
                </a:solidFill>
                <a:latin typeface="Times New Roman" panose="02020603050405020304" pitchFamily="18" charset="0"/>
                <a:ea typeface="Cambria" panose="02040503050406030204" pitchFamily="18" charset="0"/>
                <a:cs typeface="Times New Roman" panose="02020603050405020304" pitchFamily="18" charset="0"/>
              </a:rPr>
              <a:t> </a:t>
            </a:r>
            <a:r>
              <a:rPr lang="en-US" sz="3200" dirty="0" err="1">
                <a:solidFill>
                  <a:srgbClr val="1E293B"/>
                </a:solidFill>
                <a:latin typeface="Times New Roman" panose="02020603050405020304" pitchFamily="18" charset="0"/>
                <a:ea typeface="Cambria" panose="02040503050406030204" pitchFamily="18" charset="0"/>
                <a:cs typeface="Times New Roman" panose="02020603050405020304" pitchFamily="18" charset="0"/>
              </a:rPr>
              <a:t>mạnh</a:t>
            </a:r>
            <a:r>
              <a:rPr lang="en-US" sz="3200" dirty="0">
                <a:solidFill>
                  <a:srgbClr val="1E293B"/>
                </a:solidFill>
                <a:latin typeface="Times New Roman" panose="02020603050405020304" pitchFamily="18" charset="0"/>
                <a:ea typeface="Cambria" panose="02040503050406030204" pitchFamily="18" charset="0"/>
                <a:cs typeface="Times New Roman" panose="02020603050405020304" pitchFamily="18" charset="0"/>
              </a:rPr>
              <a:t>.</a:t>
            </a:r>
            <a:endParaRPr lang="en-US" sz="3200" dirty="0">
              <a:latin typeface="Times New Roman" panose="02020603050405020304" pitchFamily="18" charset="0"/>
              <a:ea typeface="Cambria" panose="02040503050406030204" pitchFamily="18" charset="0"/>
              <a:cs typeface="Times New Roman" panose="02020603050405020304" pitchFamily="18" charset="0"/>
            </a:endParaRPr>
          </a:p>
          <a:p>
            <a:pPr marL="571500" indent="-571500">
              <a:lnSpc>
                <a:spcPct val="130000"/>
              </a:lnSpc>
              <a:buSzPct val="100000"/>
              <a:buFont typeface="Wingdings" panose="05000000000000000000" pitchFamily="2" charset="2"/>
              <a:buChar char="ü"/>
            </a:pPr>
            <a:r>
              <a:rPr lang="vi-VN" sz="3200" dirty="0">
                <a:latin typeface="Times New Roman" panose="02020603050405020304" pitchFamily="18" charset="0"/>
                <a:cs typeface="Times New Roman" panose="02020603050405020304" pitchFamily="18" charset="0"/>
              </a:rPr>
              <a:t>GrabFood &amp; ShopeeFood chiếm ~48% thị phần mỗi bên → thị trường vẫn còn tiềm năng phát triển.</a:t>
            </a:r>
            <a:endParaRPr lang="en-US" sz="3200" dirty="0">
              <a:latin typeface="Times New Roman" panose="02020603050405020304" pitchFamily="18" charset="0"/>
              <a:ea typeface="Cambria" panose="02040503050406030204" pitchFamily="18" charset="0"/>
              <a:cs typeface="Times New Roman" panose="02020603050405020304" pitchFamily="18" charset="0"/>
            </a:endParaRPr>
          </a:p>
          <a:p>
            <a:pPr marL="571500" indent="-571500" algn="just">
              <a:lnSpc>
                <a:spcPct val="130000"/>
              </a:lnSpc>
              <a:buSzPct val="100000"/>
              <a:buFont typeface="Wingdings" panose="05000000000000000000" pitchFamily="2" charset="2"/>
              <a:buChar char="ü"/>
            </a:pPr>
            <a:r>
              <a:rPr lang="vi-VN" sz="3200" b="0" i="0" u="none" strike="noStrike" dirty="0">
                <a:solidFill>
                  <a:srgbClr val="000000"/>
                </a:solidFill>
                <a:effectLst/>
                <a:latin typeface="Times New Roman" panose="02020603050405020304" pitchFamily="18" charset="0"/>
                <a:cs typeface="Times New Roman" panose="02020603050405020304" pitchFamily="18" charset="0"/>
              </a:rPr>
              <a:t>Nhu cầu xây dựng ứng dụng tích hợp nhiều công nghệ hiện đại: realtime, bản đồ, xác thực, đa phân hệ.</a:t>
            </a:r>
            <a:endParaRPr lang="en-US" sz="3200" dirty="0">
              <a:solidFill>
                <a:srgbClr val="1E293B"/>
              </a:solidFill>
              <a:latin typeface="Times New Roman" panose="02020603050405020304" pitchFamily="18" charset="0"/>
              <a:ea typeface="Cambria" panose="02040503050406030204" pitchFamily="18" charset="0"/>
              <a:cs typeface="Times New Roman" panose="02020603050405020304" pitchFamily="18" charset="0"/>
            </a:endParaRPr>
          </a:p>
        </p:txBody>
      </p:sp>
      <p:sp>
        <p:nvSpPr>
          <p:cNvPr id="13" name="TextBox 12">
            <a:extLst>
              <a:ext uri="{FF2B5EF4-FFF2-40B4-BE49-F238E27FC236}">
                <a16:creationId xmlns:a16="http://schemas.microsoft.com/office/drawing/2014/main" id="{22F4625D-A05D-32CB-2E0B-733AA6C89CAC}"/>
              </a:ext>
            </a:extLst>
          </p:cNvPr>
          <p:cNvSpPr txBox="1"/>
          <p:nvPr/>
        </p:nvSpPr>
        <p:spPr>
          <a:xfrm>
            <a:off x="2499495" y="3237645"/>
            <a:ext cx="3566317" cy="600164"/>
          </a:xfrm>
          <a:prstGeom prst="rect">
            <a:avLst/>
          </a:prstGeom>
          <a:noFill/>
        </p:spPr>
        <p:txBody>
          <a:bodyPr wrap="square" rtlCol="0">
            <a:spAutoFit/>
          </a:bodyPr>
          <a:lstStyle/>
          <a:p>
            <a:pPr algn="just"/>
            <a:r>
              <a:rPr lang="en-US" sz="3300" b="1" dirty="0" err="1">
                <a:solidFill>
                  <a:schemeClr val="accent1">
                    <a:lumMod val="50000"/>
                  </a:schemeClr>
                </a:solidFill>
                <a:latin typeface="Cambria" panose="02040503050406030204" pitchFamily="18" charset="0"/>
                <a:ea typeface="Cambria" panose="02040503050406030204" pitchFamily="18" charset="0"/>
              </a:rPr>
              <a:t>Lý</a:t>
            </a:r>
            <a:r>
              <a:rPr lang="en-US" sz="3300" b="1" dirty="0">
                <a:solidFill>
                  <a:schemeClr val="accent1">
                    <a:lumMod val="50000"/>
                  </a:schemeClr>
                </a:solidFill>
                <a:latin typeface="Cambria" panose="02040503050406030204" pitchFamily="18" charset="0"/>
                <a:ea typeface="Cambria" panose="02040503050406030204" pitchFamily="18" charset="0"/>
              </a:rPr>
              <a:t> do </a:t>
            </a:r>
            <a:r>
              <a:rPr lang="en-US" sz="3300" b="1" dirty="0" err="1">
                <a:solidFill>
                  <a:schemeClr val="accent1">
                    <a:lumMod val="50000"/>
                  </a:schemeClr>
                </a:solidFill>
                <a:latin typeface="Cambria" panose="02040503050406030204" pitchFamily="18" charset="0"/>
                <a:ea typeface="Cambria" panose="02040503050406030204" pitchFamily="18" charset="0"/>
              </a:rPr>
              <a:t>chọn</a:t>
            </a:r>
            <a:r>
              <a:rPr lang="en-US" sz="3300" b="1" dirty="0">
                <a:solidFill>
                  <a:schemeClr val="accent1">
                    <a:lumMod val="50000"/>
                  </a:schemeClr>
                </a:solidFill>
                <a:latin typeface="Cambria" panose="02040503050406030204" pitchFamily="18" charset="0"/>
                <a:ea typeface="Cambria" panose="02040503050406030204" pitchFamily="18" charset="0"/>
              </a:rPr>
              <a:t> </a:t>
            </a:r>
            <a:r>
              <a:rPr lang="en-US" sz="3300" b="1" dirty="0" err="1">
                <a:solidFill>
                  <a:schemeClr val="accent1">
                    <a:lumMod val="50000"/>
                  </a:schemeClr>
                </a:solidFill>
                <a:latin typeface="Cambria" panose="02040503050406030204" pitchFamily="18" charset="0"/>
                <a:ea typeface="Cambria" panose="02040503050406030204" pitchFamily="18" charset="0"/>
              </a:rPr>
              <a:t>đề</a:t>
            </a:r>
            <a:r>
              <a:rPr lang="en-US" sz="3300" b="1" dirty="0">
                <a:solidFill>
                  <a:schemeClr val="accent1">
                    <a:lumMod val="50000"/>
                  </a:schemeClr>
                </a:solidFill>
                <a:latin typeface="Cambria" panose="02040503050406030204" pitchFamily="18" charset="0"/>
                <a:ea typeface="Cambria" panose="02040503050406030204" pitchFamily="18" charset="0"/>
              </a:rPr>
              <a:t> </a:t>
            </a:r>
            <a:r>
              <a:rPr lang="en-US" sz="3300" b="1" dirty="0" err="1">
                <a:solidFill>
                  <a:schemeClr val="accent1">
                    <a:lumMod val="50000"/>
                  </a:schemeClr>
                </a:solidFill>
                <a:latin typeface="Cambria" panose="02040503050406030204" pitchFamily="18" charset="0"/>
                <a:ea typeface="Cambria" panose="02040503050406030204" pitchFamily="18" charset="0"/>
              </a:rPr>
              <a:t>tài</a:t>
            </a:r>
            <a:endParaRPr lang="en-US" sz="3300" b="1" dirty="0">
              <a:solidFill>
                <a:schemeClr val="accent1">
                  <a:lumMod val="50000"/>
                </a:schemeClr>
              </a:solidFill>
              <a:latin typeface="Cambria" panose="02040503050406030204" pitchFamily="18" charset="0"/>
              <a:ea typeface="Cambria" panose="02040503050406030204" pitchFamily="18" charset="0"/>
            </a:endParaRPr>
          </a:p>
        </p:txBody>
      </p:sp>
      <p:cxnSp>
        <p:nvCxnSpPr>
          <p:cNvPr id="19" name="Straight Connector 18">
            <a:extLst>
              <a:ext uri="{FF2B5EF4-FFF2-40B4-BE49-F238E27FC236}">
                <a16:creationId xmlns:a16="http://schemas.microsoft.com/office/drawing/2014/main" id="{7A857AE1-F29A-366E-2190-60377A684F38}"/>
              </a:ext>
            </a:extLst>
          </p:cNvPr>
          <p:cNvCxnSpPr>
            <a:cxnSpLocks/>
          </p:cNvCxnSpPr>
          <p:nvPr/>
        </p:nvCxnSpPr>
        <p:spPr>
          <a:xfrm flipH="1">
            <a:off x="11353800" y="3915825"/>
            <a:ext cx="5029200" cy="0"/>
          </a:xfrm>
          <a:prstGeom prst="line">
            <a:avLst/>
          </a:prstGeom>
          <a:ln w="76200">
            <a:solidFill>
              <a:srgbClr val="FCB618"/>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0FB536D0-AEE9-5967-A431-CBF104C7B13B}"/>
              </a:ext>
            </a:extLst>
          </p:cNvPr>
          <p:cNvSpPr txBox="1"/>
          <p:nvPr/>
        </p:nvSpPr>
        <p:spPr>
          <a:xfrm>
            <a:off x="9771800" y="4276697"/>
            <a:ext cx="7671113" cy="4675382"/>
          </a:xfrm>
          <a:prstGeom prst="rect">
            <a:avLst/>
          </a:prstGeom>
          <a:noFill/>
        </p:spPr>
        <p:txBody>
          <a:bodyPr wrap="square" rtlCol="0">
            <a:spAutoFit/>
          </a:bodyPr>
          <a:lstStyle/>
          <a:p>
            <a:pPr marL="571500" indent="-571500" algn="just">
              <a:lnSpc>
                <a:spcPct val="130000"/>
              </a:lnSpc>
              <a:buSzPct val="100000"/>
              <a:buFont typeface="Wingdings" panose="05000000000000000000" pitchFamily="2" charset="2"/>
              <a:buChar char="ü"/>
            </a:pPr>
            <a:r>
              <a:rPr lang="en-US" sz="3200" dirty="0" err="1">
                <a:latin typeface="Times New Roman" panose="02020603050405020304" pitchFamily="18" charset="0"/>
                <a:cs typeface="Times New Roman" panose="02020603050405020304" pitchFamily="18" charset="0"/>
              </a:rPr>
              <a:t>Xây</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dựng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ứng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dụng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đa</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nền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tảng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từ</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một</a:t>
            </a:r>
            <a:r>
              <a:rPr lang="en-US" sz="3200" dirty="0">
                <a:latin typeface="Times New Roman" panose="02020603050405020304" pitchFamily="18" charset="0"/>
                <a:cs typeface="Times New Roman" panose="02020603050405020304" pitchFamily="18" charset="0"/>
              </a:rPr>
              <a:t> codebase </a:t>
            </a:r>
            <a:r>
              <a:rPr lang="en-US" sz="3200" dirty="0" err="1">
                <a:latin typeface="Times New Roman" panose="02020603050405020304" pitchFamily="18" charset="0"/>
                <a:cs typeface="Times New Roman" panose="02020603050405020304" pitchFamily="18" charset="0"/>
              </a:rPr>
              <a:t>duy</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nhất</a:t>
            </a:r>
            <a:endParaRPr lang="en-US" sz="3200" dirty="0">
              <a:solidFill>
                <a:srgbClr val="1E293B"/>
              </a:solidFill>
              <a:latin typeface="Times New Roman" panose="02020603050405020304" pitchFamily="18" charset="0"/>
              <a:ea typeface="Cambria" panose="02040503050406030204" pitchFamily="18" charset="0"/>
              <a:cs typeface="Times New Roman" panose="02020603050405020304" pitchFamily="18" charset="0"/>
            </a:endParaRPr>
          </a:p>
          <a:p>
            <a:pPr marL="571500" indent="-571500" algn="just">
              <a:lnSpc>
                <a:spcPct val="130000"/>
              </a:lnSpc>
              <a:buSzPct val="100000"/>
              <a:buFont typeface="Wingdings" panose="05000000000000000000" pitchFamily="2" charset="2"/>
              <a:buChar char="ü"/>
            </a:pPr>
            <a:r>
              <a:rPr lang="vi-VN" sz="3200" dirty="0">
                <a:latin typeface="Times New Roman" panose="02020603050405020304" pitchFamily="18" charset="0"/>
                <a:cs typeface="Times New Roman" panose="02020603050405020304" pitchFamily="18" charset="0"/>
              </a:rPr>
              <a:t>Phát triển 3 phân hệ: Người dùng – Nhà hàng – Tài xế</a:t>
            </a:r>
            <a:endParaRPr lang="en-US" sz="3200" dirty="0">
              <a:latin typeface="Times New Roman" panose="02020603050405020304" pitchFamily="18" charset="0"/>
              <a:ea typeface="Cambria" panose="02040503050406030204" pitchFamily="18" charset="0"/>
              <a:cs typeface="Times New Roman" panose="02020603050405020304" pitchFamily="18" charset="0"/>
            </a:endParaRPr>
          </a:p>
          <a:p>
            <a:pPr marL="571500" indent="-571500" algn="just">
              <a:lnSpc>
                <a:spcPct val="130000"/>
              </a:lnSpc>
              <a:buSzPct val="100000"/>
              <a:buFont typeface="Wingdings" panose="05000000000000000000" pitchFamily="2" charset="2"/>
              <a:buChar char="ü"/>
            </a:pPr>
            <a:r>
              <a:rPr lang="vi-VN" sz="3200" i="0" dirty="0">
                <a:solidFill>
                  <a:srgbClr val="000000"/>
                </a:solidFill>
                <a:effectLst/>
                <a:latin typeface="Times New Roman" panose="02020603050405020304" pitchFamily="18" charset="0"/>
                <a:cs typeface="Times New Roman" panose="02020603050405020304" pitchFamily="18" charset="0"/>
              </a:rPr>
              <a:t>Tích hợp theo dõi đơn hàng thời gian thực</a:t>
            </a:r>
            <a:endParaRPr lang="en-US" sz="3200" dirty="0">
              <a:latin typeface="Times New Roman" panose="02020603050405020304" pitchFamily="18" charset="0"/>
              <a:ea typeface="Cambria" panose="02040503050406030204" pitchFamily="18" charset="0"/>
              <a:cs typeface="Times New Roman" panose="02020603050405020304" pitchFamily="18" charset="0"/>
            </a:endParaRPr>
          </a:p>
          <a:p>
            <a:pPr marL="571500" indent="-571500" algn="just">
              <a:lnSpc>
                <a:spcPct val="130000"/>
              </a:lnSpc>
              <a:buSzPct val="100000"/>
              <a:buFont typeface="Wingdings" panose="05000000000000000000" pitchFamily="2" charset="2"/>
              <a:buChar char="ü"/>
            </a:pPr>
            <a:r>
              <a:rPr lang="en-US" sz="3200" i="0" dirty="0" err="1">
                <a:solidFill>
                  <a:srgbClr val="000000"/>
                </a:solidFill>
                <a:effectLst/>
                <a:latin typeface="Times New Roman" panose="02020603050405020304" pitchFamily="18" charset="0"/>
                <a:cs typeface="Times New Roman" panose="02020603050405020304" pitchFamily="18" charset="0"/>
              </a:rPr>
              <a:t>Xây</a:t>
            </a:r>
            <a:r>
              <a:rPr lang="en-US" sz="3200" i="0" dirty="0">
                <a:solidFill>
                  <a:srgbClr val="000000"/>
                </a:solidFill>
                <a:effectLst/>
                <a:latin typeface="Times New Roman" panose="02020603050405020304" pitchFamily="18" charset="0"/>
                <a:cs typeface="Times New Roman" panose="02020603050405020304" pitchFamily="18" charset="0"/>
              </a:rPr>
              <a:t> </a:t>
            </a:r>
            <a:r>
              <a:rPr lang="en-US" sz="3200" i="0" dirty="0" err="1">
                <a:solidFill>
                  <a:srgbClr val="000000"/>
                </a:solidFill>
                <a:effectLst/>
                <a:latin typeface="Times New Roman" panose="02020603050405020304" pitchFamily="18" charset="0"/>
                <a:cs typeface="Times New Roman" panose="02020603050405020304" pitchFamily="18" charset="0"/>
              </a:rPr>
              <a:t>dựng</a:t>
            </a:r>
            <a:r>
              <a:rPr lang="en-US" sz="3200" i="0" dirty="0">
                <a:solidFill>
                  <a:srgbClr val="000000"/>
                </a:solidFill>
                <a:effectLst/>
                <a:latin typeface="Times New Roman" panose="02020603050405020304" pitchFamily="18" charset="0"/>
                <a:cs typeface="Times New Roman" panose="02020603050405020304" pitchFamily="18" charset="0"/>
              </a:rPr>
              <a:t> Backend RESTful API </a:t>
            </a:r>
            <a:r>
              <a:rPr lang="en-US" sz="3200" i="0" dirty="0" err="1">
                <a:solidFill>
                  <a:srgbClr val="000000"/>
                </a:solidFill>
                <a:effectLst/>
                <a:latin typeface="Times New Roman" panose="02020603050405020304" pitchFamily="18" charset="0"/>
                <a:cs typeface="Times New Roman" panose="02020603050405020304" pitchFamily="18" charset="0"/>
              </a:rPr>
              <a:t>hoàn</a:t>
            </a:r>
            <a:r>
              <a:rPr lang="en-US" sz="3200" i="0" dirty="0">
                <a:solidFill>
                  <a:srgbClr val="000000"/>
                </a:solidFill>
                <a:effectLst/>
                <a:latin typeface="Times New Roman" panose="02020603050405020304" pitchFamily="18" charset="0"/>
                <a:cs typeface="Times New Roman" panose="02020603050405020304" pitchFamily="18" charset="0"/>
              </a:rPr>
              <a:t> </a:t>
            </a:r>
            <a:r>
              <a:rPr lang="en-US" sz="3200" i="0" dirty="0" err="1">
                <a:solidFill>
                  <a:srgbClr val="000000"/>
                </a:solidFill>
                <a:effectLst/>
                <a:latin typeface="Times New Roman" panose="02020603050405020304" pitchFamily="18" charset="0"/>
                <a:cs typeface="Times New Roman" panose="02020603050405020304" pitchFamily="18" charset="0"/>
              </a:rPr>
              <a:t>chỉnh</a:t>
            </a:r>
            <a:r>
              <a:rPr lang="en-US" sz="3300" dirty="0">
                <a:solidFill>
                  <a:srgbClr val="1E293B"/>
                </a:solidFill>
                <a:latin typeface="Cambria" panose="02040503050406030204" pitchFamily="18" charset="0"/>
                <a:ea typeface="Cambria" panose="02040503050406030204" pitchFamily="18" charset="0"/>
                <a:cs typeface="Calibri" pitchFamily="34" charset="-120"/>
              </a:rPr>
              <a:t> </a:t>
            </a:r>
            <a:endParaRPr lang="en-US" sz="3300" dirty="0">
              <a:latin typeface="Cambria" panose="02040503050406030204" pitchFamily="18" charset="0"/>
              <a:ea typeface="Cambria" panose="02040503050406030204" pitchFamily="18" charset="0"/>
            </a:endParaRPr>
          </a:p>
        </p:txBody>
      </p:sp>
      <p:sp>
        <p:nvSpPr>
          <p:cNvPr id="21" name="TextBox 20">
            <a:extLst>
              <a:ext uri="{FF2B5EF4-FFF2-40B4-BE49-F238E27FC236}">
                <a16:creationId xmlns:a16="http://schemas.microsoft.com/office/drawing/2014/main" id="{DACE3611-2CB7-F277-7163-891180AB3C9B}"/>
              </a:ext>
            </a:extLst>
          </p:cNvPr>
          <p:cNvSpPr txBox="1"/>
          <p:nvPr/>
        </p:nvSpPr>
        <p:spPr>
          <a:xfrm>
            <a:off x="12199541" y="3267300"/>
            <a:ext cx="3566317" cy="600164"/>
          </a:xfrm>
          <a:prstGeom prst="rect">
            <a:avLst/>
          </a:prstGeom>
          <a:noFill/>
        </p:spPr>
        <p:txBody>
          <a:bodyPr wrap="square" rtlCol="0">
            <a:spAutoFit/>
          </a:bodyPr>
          <a:lstStyle/>
          <a:p>
            <a:pPr algn="just"/>
            <a:r>
              <a:rPr lang="en-US" sz="3300" b="1">
                <a:solidFill>
                  <a:schemeClr val="accent1">
                    <a:lumMod val="50000"/>
                  </a:schemeClr>
                </a:solidFill>
                <a:latin typeface="Cambria" panose="02040503050406030204" pitchFamily="18" charset="0"/>
                <a:ea typeface="Cambria" panose="02040503050406030204" pitchFamily="18" charset="0"/>
              </a:rPr>
              <a:t>Mục tiêu đề tài</a:t>
            </a:r>
            <a:endParaRPr lang="en-US" sz="3300" b="1" dirty="0">
              <a:solidFill>
                <a:schemeClr val="accent1">
                  <a:lumMod val="50000"/>
                </a:schemeClr>
              </a:solidFill>
              <a:latin typeface="Cambria" panose="02040503050406030204" pitchFamily="18" charset="0"/>
              <a:ea typeface="Cambria" panose="02040503050406030204" pitchFamily="18"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50726"/>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a:stretch>
          </a:blipFill>
        </p:spPr>
        <p:txBody>
          <a:bodyPr/>
          <a:lstStyle/>
          <a:p>
            <a:endParaRPr lang="vi-VN" dirty="0"/>
          </a:p>
        </p:txBody>
      </p:sp>
      <p:sp>
        <p:nvSpPr>
          <p:cNvPr id="3" name="TextBox 3"/>
          <p:cNvSpPr txBox="1"/>
          <p:nvPr/>
        </p:nvSpPr>
        <p:spPr>
          <a:xfrm>
            <a:off x="1658718" y="1771120"/>
            <a:ext cx="12877791" cy="738664"/>
          </a:xfrm>
          <a:prstGeom prst="rect">
            <a:avLst/>
          </a:prstGeom>
        </p:spPr>
        <p:txBody>
          <a:bodyPr wrap="square" lIns="0" tIns="0" rIns="0" bIns="0" rtlCol="0" anchor="t">
            <a:spAutoFit/>
          </a:bodyPr>
          <a:lstStyle/>
          <a:p>
            <a:pPr algn="l"/>
            <a:r>
              <a:rPr lang="en-US" sz="4800" b="1" i="0" dirty="0" err="1">
                <a:solidFill>
                  <a:srgbClr val="15458C"/>
                </a:solidFill>
                <a:effectLst/>
                <a:latin typeface="Times New Roman" panose="02020603050405020304" pitchFamily="18" charset="0"/>
                <a:cs typeface="Times New Roman" panose="02020603050405020304" pitchFamily="18" charset="0"/>
              </a:rPr>
              <a:t>Công</a:t>
            </a:r>
            <a:r>
              <a:rPr lang="en-US" sz="4800" b="1" i="0" dirty="0">
                <a:solidFill>
                  <a:srgbClr val="15458C"/>
                </a:solidFill>
                <a:effectLst/>
                <a:latin typeface="Times New Roman" panose="02020603050405020304" pitchFamily="18" charset="0"/>
                <a:cs typeface="Times New Roman" panose="02020603050405020304" pitchFamily="18" charset="0"/>
              </a:rPr>
              <a:t> </a:t>
            </a:r>
            <a:r>
              <a:rPr lang="en-US" sz="4800" b="1" i="0" dirty="0" err="1">
                <a:solidFill>
                  <a:srgbClr val="15458C"/>
                </a:solidFill>
                <a:effectLst/>
                <a:latin typeface="Times New Roman" panose="02020603050405020304" pitchFamily="18" charset="0"/>
                <a:cs typeface="Times New Roman" panose="02020603050405020304" pitchFamily="18" charset="0"/>
              </a:rPr>
              <a:t>nghệ</a:t>
            </a:r>
            <a:r>
              <a:rPr lang="en-US" sz="4800" b="1" i="0" dirty="0">
                <a:solidFill>
                  <a:srgbClr val="15458C"/>
                </a:solidFill>
                <a:effectLst/>
                <a:latin typeface="Times New Roman" panose="02020603050405020304" pitchFamily="18" charset="0"/>
                <a:cs typeface="Times New Roman" panose="02020603050405020304" pitchFamily="18" charset="0"/>
              </a:rPr>
              <a:t> </a:t>
            </a:r>
            <a:r>
              <a:rPr lang="en-US" sz="4800" b="1" i="0" dirty="0" err="1">
                <a:solidFill>
                  <a:srgbClr val="15458C"/>
                </a:solidFill>
                <a:effectLst/>
                <a:latin typeface="Times New Roman" panose="02020603050405020304" pitchFamily="18" charset="0"/>
                <a:cs typeface="Times New Roman" panose="02020603050405020304" pitchFamily="18" charset="0"/>
              </a:rPr>
              <a:t>sử</a:t>
            </a:r>
            <a:r>
              <a:rPr lang="en-US" sz="4800" b="1" i="0" dirty="0">
                <a:solidFill>
                  <a:srgbClr val="15458C"/>
                </a:solidFill>
                <a:effectLst/>
                <a:latin typeface="Times New Roman" panose="02020603050405020304" pitchFamily="18" charset="0"/>
                <a:cs typeface="Times New Roman" panose="02020603050405020304" pitchFamily="18" charset="0"/>
              </a:rPr>
              <a:t> </a:t>
            </a:r>
            <a:r>
              <a:rPr lang="en-US" sz="4800" b="1" i="0" dirty="0" err="1">
                <a:solidFill>
                  <a:srgbClr val="15458C"/>
                </a:solidFill>
                <a:effectLst/>
                <a:latin typeface="Times New Roman" panose="02020603050405020304" pitchFamily="18" charset="0"/>
                <a:cs typeface="Times New Roman" panose="02020603050405020304" pitchFamily="18" charset="0"/>
              </a:rPr>
              <a:t>dụng</a:t>
            </a:r>
            <a:endParaRPr lang="en-US" sz="4800" b="1" i="0" dirty="0">
              <a:solidFill>
                <a:srgbClr val="15458C"/>
              </a:solidFill>
              <a:effectLst/>
              <a:latin typeface="Times New Roman" panose="02020603050405020304" pitchFamily="18" charset="0"/>
              <a:cs typeface="Times New Roman" panose="02020603050405020304" pitchFamily="18" charset="0"/>
            </a:endParaRPr>
          </a:p>
        </p:txBody>
      </p:sp>
      <p:cxnSp>
        <p:nvCxnSpPr>
          <p:cNvPr id="41" name="Straight Connector 40">
            <a:extLst>
              <a:ext uri="{FF2B5EF4-FFF2-40B4-BE49-F238E27FC236}">
                <a16:creationId xmlns:a16="http://schemas.microsoft.com/office/drawing/2014/main" id="{9F07B5CF-5BEA-9644-D4EF-EE4DE9A8AC35}"/>
              </a:ext>
            </a:extLst>
          </p:cNvPr>
          <p:cNvCxnSpPr>
            <a:cxnSpLocks/>
          </p:cNvCxnSpPr>
          <p:nvPr/>
        </p:nvCxnSpPr>
        <p:spPr>
          <a:xfrm>
            <a:off x="1501624" y="1943292"/>
            <a:ext cx="0" cy="457008"/>
          </a:xfrm>
          <a:prstGeom prst="line">
            <a:avLst/>
          </a:prstGeom>
          <a:ln w="76200">
            <a:solidFill>
              <a:srgbClr val="FCB618"/>
            </a:solidFill>
          </a:ln>
        </p:spPr>
        <p:style>
          <a:lnRef idx="2">
            <a:schemeClr val="accent1"/>
          </a:lnRef>
          <a:fillRef idx="0">
            <a:schemeClr val="accent1"/>
          </a:fillRef>
          <a:effectRef idx="1">
            <a:schemeClr val="accent1"/>
          </a:effectRef>
          <a:fontRef idx="minor">
            <a:schemeClr val="tx1"/>
          </a:fontRef>
        </p:style>
      </p:cxnSp>
      <p:sp>
        <p:nvSpPr>
          <p:cNvPr id="14" name="Shape 1">
            <a:extLst>
              <a:ext uri="{FF2B5EF4-FFF2-40B4-BE49-F238E27FC236}">
                <a16:creationId xmlns:a16="http://schemas.microsoft.com/office/drawing/2014/main" id="{ECA90BCB-CFAD-B337-2496-184AC54E2867}"/>
              </a:ext>
            </a:extLst>
          </p:cNvPr>
          <p:cNvSpPr/>
          <p:nvPr/>
        </p:nvSpPr>
        <p:spPr>
          <a:xfrm>
            <a:off x="1337627" y="2660601"/>
            <a:ext cx="7740000" cy="2156400"/>
          </a:xfrm>
          <a:prstGeom prst="roundRect">
            <a:avLst>
              <a:gd name="adj" fmla="val 4349"/>
            </a:avLst>
          </a:prstGeom>
          <a:solidFill>
            <a:srgbClr val="D2DDF9"/>
          </a:solidFill>
          <a:ln w="4763">
            <a:solidFill>
              <a:srgbClr val="B8C3DF"/>
            </a:solidFill>
            <a:prstDash val="solid"/>
          </a:ln>
        </p:spPr>
        <p:txBody>
          <a:bodyPr/>
          <a:lstStyle/>
          <a:p>
            <a:endParaRPr lang="en-VN" dirty="0"/>
          </a:p>
        </p:txBody>
      </p:sp>
      <p:sp>
        <p:nvSpPr>
          <p:cNvPr id="16" name="Shape 2">
            <a:extLst>
              <a:ext uri="{FF2B5EF4-FFF2-40B4-BE49-F238E27FC236}">
                <a16:creationId xmlns:a16="http://schemas.microsoft.com/office/drawing/2014/main" id="{C0D9A958-A908-C5B9-DF6D-A2026E880A07}"/>
              </a:ext>
            </a:extLst>
          </p:cNvPr>
          <p:cNvSpPr/>
          <p:nvPr/>
        </p:nvSpPr>
        <p:spPr>
          <a:xfrm>
            <a:off x="1543261" y="2787113"/>
            <a:ext cx="648000" cy="648000"/>
          </a:xfrm>
          <a:prstGeom prst="roundRect">
            <a:avLst>
              <a:gd name="adj" fmla="val 16657762"/>
            </a:avLst>
          </a:prstGeom>
          <a:solidFill>
            <a:srgbClr val="1B54DA"/>
          </a:solidFill>
          <a:ln/>
        </p:spPr>
      </p:sp>
      <p:sp>
        <p:nvSpPr>
          <p:cNvPr id="17" name="Text 3">
            <a:extLst>
              <a:ext uri="{FF2B5EF4-FFF2-40B4-BE49-F238E27FC236}">
                <a16:creationId xmlns:a16="http://schemas.microsoft.com/office/drawing/2014/main" id="{D262BBB8-990D-E355-01C5-80D1CB79682A}"/>
              </a:ext>
            </a:extLst>
          </p:cNvPr>
          <p:cNvSpPr/>
          <p:nvPr/>
        </p:nvSpPr>
        <p:spPr>
          <a:xfrm>
            <a:off x="1109873" y="4025310"/>
            <a:ext cx="1520519" cy="457203"/>
          </a:xfrm>
          <a:prstGeom prst="rect">
            <a:avLst/>
          </a:prstGeom>
          <a:noFill/>
          <a:ln/>
        </p:spPr>
        <p:txBody>
          <a:bodyPr wrap="none" lIns="0" tIns="0" rIns="0" bIns="0" rtlCol="0" anchor="t"/>
          <a:lstStyle/>
          <a:p>
            <a:pPr marL="0" indent="0" algn="l">
              <a:lnSpc>
                <a:spcPts val="1400"/>
              </a:lnSpc>
              <a:buNone/>
            </a:pPr>
            <a:endParaRPr lang="en-US" sz="3200" dirty="0">
              <a:latin typeface="Times New Roman" panose="02020603050405020304" pitchFamily="18" charset="0"/>
              <a:cs typeface="Times New Roman" panose="02020603050405020304" pitchFamily="18" charset="0"/>
            </a:endParaRPr>
          </a:p>
        </p:txBody>
      </p:sp>
      <p:pic>
        <p:nvPicPr>
          <p:cNvPr id="25" name="Graphic 24" descr="Smart Phone">
            <a:extLst>
              <a:ext uri="{FF2B5EF4-FFF2-40B4-BE49-F238E27FC236}">
                <a16:creationId xmlns:a16="http://schemas.microsoft.com/office/drawing/2014/main" id="{143973F0-E250-23D4-6A77-512BFA6AB7EF}"/>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665661" y="2909513"/>
            <a:ext cx="403200" cy="403200"/>
          </a:xfrm>
          <a:prstGeom prst="rect">
            <a:avLst/>
          </a:prstGeom>
        </p:spPr>
      </p:pic>
      <p:sp>
        <p:nvSpPr>
          <p:cNvPr id="28" name="TextBox 27">
            <a:extLst>
              <a:ext uri="{FF2B5EF4-FFF2-40B4-BE49-F238E27FC236}">
                <a16:creationId xmlns:a16="http://schemas.microsoft.com/office/drawing/2014/main" id="{439553C3-4691-9CF6-E30B-138D7CCF362B}"/>
              </a:ext>
            </a:extLst>
          </p:cNvPr>
          <p:cNvSpPr txBox="1"/>
          <p:nvPr/>
        </p:nvSpPr>
        <p:spPr>
          <a:xfrm>
            <a:off x="1668221" y="3486701"/>
            <a:ext cx="5334000" cy="1077218"/>
          </a:xfrm>
          <a:prstGeom prst="rect">
            <a:avLst/>
          </a:prstGeom>
          <a:noFill/>
        </p:spPr>
        <p:txBody>
          <a:bodyPr wrap="square" rtlCol="0">
            <a:spAutoFit/>
          </a:bodyPr>
          <a:lstStyle/>
          <a:p>
            <a:r>
              <a:rPr lang="en-VN" sz="3600" b="1" dirty="0">
                <a:latin typeface="Times New Roman" panose="02020603050405020304" pitchFamily="18" charset="0"/>
                <a:cs typeface="Times New Roman" panose="02020603050405020304" pitchFamily="18" charset="0"/>
              </a:rPr>
              <a:t>Flutter / Dart</a:t>
            </a:r>
          </a:p>
          <a:p>
            <a:r>
              <a:rPr lang="en-VN" sz="2800" dirty="0">
                <a:latin typeface="Times New Roman" panose="02020603050405020304" pitchFamily="18" charset="0"/>
                <a:cs typeface="Times New Roman" panose="02020603050405020304" pitchFamily="18" charset="0"/>
              </a:rPr>
              <a:t>Ứng dụng đi động đa nền tảng</a:t>
            </a:r>
          </a:p>
        </p:txBody>
      </p:sp>
      <p:sp>
        <p:nvSpPr>
          <p:cNvPr id="29" name="Shape 1">
            <a:extLst>
              <a:ext uri="{FF2B5EF4-FFF2-40B4-BE49-F238E27FC236}">
                <a16:creationId xmlns:a16="http://schemas.microsoft.com/office/drawing/2014/main" id="{B36145CF-95A4-22D5-675D-5C8FDA4A3987}"/>
              </a:ext>
            </a:extLst>
          </p:cNvPr>
          <p:cNvSpPr/>
          <p:nvPr/>
        </p:nvSpPr>
        <p:spPr>
          <a:xfrm>
            <a:off x="1320713" y="4947113"/>
            <a:ext cx="7740000" cy="2160000"/>
          </a:xfrm>
          <a:prstGeom prst="roundRect">
            <a:avLst>
              <a:gd name="adj" fmla="val 4349"/>
            </a:avLst>
          </a:prstGeom>
          <a:solidFill>
            <a:srgbClr val="D2DDF9"/>
          </a:solidFill>
          <a:ln w="4763">
            <a:solidFill>
              <a:srgbClr val="B8C3DF"/>
            </a:solidFill>
            <a:prstDash val="solid"/>
          </a:ln>
        </p:spPr>
        <p:txBody>
          <a:bodyPr/>
          <a:lstStyle/>
          <a:p>
            <a:endParaRPr lang="en-VN" dirty="0"/>
          </a:p>
        </p:txBody>
      </p:sp>
      <p:sp>
        <p:nvSpPr>
          <p:cNvPr id="30" name="Shape 2">
            <a:extLst>
              <a:ext uri="{FF2B5EF4-FFF2-40B4-BE49-F238E27FC236}">
                <a16:creationId xmlns:a16="http://schemas.microsoft.com/office/drawing/2014/main" id="{E0815687-24B8-EF9A-AA1F-DB878A7499CB}"/>
              </a:ext>
            </a:extLst>
          </p:cNvPr>
          <p:cNvSpPr/>
          <p:nvPr/>
        </p:nvSpPr>
        <p:spPr>
          <a:xfrm>
            <a:off x="1520196" y="5092774"/>
            <a:ext cx="648000" cy="648000"/>
          </a:xfrm>
          <a:prstGeom prst="roundRect">
            <a:avLst>
              <a:gd name="adj" fmla="val 16657762"/>
            </a:avLst>
          </a:prstGeom>
          <a:solidFill>
            <a:srgbClr val="1B54DA"/>
          </a:solidFill>
          <a:ln/>
        </p:spPr>
        <p:txBody>
          <a:bodyPr/>
          <a:lstStyle/>
          <a:p>
            <a:endParaRPr lang="en-VN" dirty="0"/>
          </a:p>
        </p:txBody>
      </p:sp>
      <p:sp>
        <p:nvSpPr>
          <p:cNvPr id="32" name="TextBox 31">
            <a:extLst>
              <a:ext uri="{FF2B5EF4-FFF2-40B4-BE49-F238E27FC236}">
                <a16:creationId xmlns:a16="http://schemas.microsoft.com/office/drawing/2014/main" id="{26DBA0B1-0397-36F8-CDB1-9E72722D70CC}"/>
              </a:ext>
            </a:extLst>
          </p:cNvPr>
          <p:cNvSpPr txBox="1"/>
          <p:nvPr/>
        </p:nvSpPr>
        <p:spPr>
          <a:xfrm>
            <a:off x="1641717" y="5772888"/>
            <a:ext cx="5334000" cy="1077218"/>
          </a:xfrm>
          <a:prstGeom prst="rect">
            <a:avLst/>
          </a:prstGeom>
          <a:noFill/>
        </p:spPr>
        <p:txBody>
          <a:bodyPr wrap="square" rtlCol="0">
            <a:spAutoFit/>
          </a:bodyPr>
          <a:lstStyle/>
          <a:p>
            <a:r>
              <a:rPr lang="en-VN" sz="3600" b="1" dirty="0">
                <a:latin typeface="Times New Roman" panose="02020603050405020304" pitchFamily="18" charset="0"/>
                <a:cs typeface="Times New Roman" panose="02020603050405020304" pitchFamily="18" charset="0"/>
              </a:rPr>
              <a:t>PostgreSQL</a:t>
            </a:r>
          </a:p>
          <a:p>
            <a:r>
              <a:rPr lang="en-VN" sz="2800" dirty="0">
                <a:latin typeface="Times New Roman" panose="02020603050405020304" pitchFamily="18" charset="0"/>
                <a:cs typeface="Times New Roman" panose="02020603050405020304" pitchFamily="18" charset="0"/>
              </a:rPr>
              <a:t>Cơ sở dữ liệu (Supabase)</a:t>
            </a:r>
          </a:p>
        </p:txBody>
      </p:sp>
      <p:pic>
        <p:nvPicPr>
          <p:cNvPr id="34" name="Graphic 33" descr="Database">
            <a:extLst>
              <a:ext uri="{FF2B5EF4-FFF2-40B4-BE49-F238E27FC236}">
                <a16:creationId xmlns:a16="http://schemas.microsoft.com/office/drawing/2014/main" id="{F2F0AD76-25E8-B285-8607-01FE2679CE64}"/>
              </a:ext>
            </a:extLst>
          </p:cNvPr>
          <p:cNvPicPr>
            <a:picLocks/>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1645727" y="5236955"/>
            <a:ext cx="396000" cy="396000"/>
          </a:xfrm>
          <a:prstGeom prst="rect">
            <a:avLst/>
          </a:prstGeom>
        </p:spPr>
      </p:pic>
      <p:sp>
        <p:nvSpPr>
          <p:cNvPr id="35" name="Shape 1">
            <a:extLst>
              <a:ext uri="{FF2B5EF4-FFF2-40B4-BE49-F238E27FC236}">
                <a16:creationId xmlns:a16="http://schemas.microsoft.com/office/drawing/2014/main" id="{A374584F-22D5-6057-8B2A-4A197036F13C}"/>
              </a:ext>
            </a:extLst>
          </p:cNvPr>
          <p:cNvSpPr/>
          <p:nvPr/>
        </p:nvSpPr>
        <p:spPr>
          <a:xfrm>
            <a:off x="1320713" y="7231925"/>
            <a:ext cx="7740000" cy="2160000"/>
          </a:xfrm>
          <a:prstGeom prst="roundRect">
            <a:avLst>
              <a:gd name="adj" fmla="val 4349"/>
            </a:avLst>
          </a:prstGeom>
          <a:solidFill>
            <a:srgbClr val="D2DDF9"/>
          </a:solidFill>
          <a:ln w="4763">
            <a:solidFill>
              <a:srgbClr val="B8C3DF"/>
            </a:solidFill>
            <a:prstDash val="solid"/>
          </a:ln>
        </p:spPr>
        <p:txBody>
          <a:bodyPr/>
          <a:lstStyle/>
          <a:p>
            <a:endParaRPr lang="en-VN" dirty="0"/>
          </a:p>
        </p:txBody>
      </p:sp>
      <p:sp>
        <p:nvSpPr>
          <p:cNvPr id="36" name="Shape 2">
            <a:extLst>
              <a:ext uri="{FF2B5EF4-FFF2-40B4-BE49-F238E27FC236}">
                <a16:creationId xmlns:a16="http://schemas.microsoft.com/office/drawing/2014/main" id="{226F500F-6818-157D-D231-68377DABEA61}"/>
              </a:ext>
            </a:extLst>
          </p:cNvPr>
          <p:cNvSpPr/>
          <p:nvPr/>
        </p:nvSpPr>
        <p:spPr>
          <a:xfrm>
            <a:off x="1516186" y="7332297"/>
            <a:ext cx="648000" cy="648000"/>
          </a:xfrm>
          <a:prstGeom prst="roundRect">
            <a:avLst>
              <a:gd name="adj" fmla="val 16657762"/>
            </a:avLst>
          </a:prstGeom>
          <a:solidFill>
            <a:srgbClr val="1B54DA"/>
          </a:solidFill>
          <a:ln/>
        </p:spPr>
      </p:sp>
      <p:sp>
        <p:nvSpPr>
          <p:cNvPr id="38" name="TextBox 37">
            <a:extLst>
              <a:ext uri="{FF2B5EF4-FFF2-40B4-BE49-F238E27FC236}">
                <a16:creationId xmlns:a16="http://schemas.microsoft.com/office/drawing/2014/main" id="{47DDAF04-AB63-A225-C715-B02DDFBE5967}"/>
              </a:ext>
            </a:extLst>
          </p:cNvPr>
          <p:cNvSpPr txBox="1"/>
          <p:nvPr/>
        </p:nvSpPr>
        <p:spPr>
          <a:xfrm>
            <a:off x="1641717" y="8054393"/>
            <a:ext cx="5334000" cy="1077218"/>
          </a:xfrm>
          <a:prstGeom prst="rect">
            <a:avLst/>
          </a:prstGeom>
          <a:noFill/>
        </p:spPr>
        <p:txBody>
          <a:bodyPr wrap="square" rtlCol="0">
            <a:spAutoFit/>
          </a:bodyPr>
          <a:lstStyle/>
          <a:p>
            <a:r>
              <a:rPr lang="en-VN" sz="3600" b="1" dirty="0">
                <a:latin typeface="Times New Roman" panose="02020603050405020304" pitchFamily="18" charset="0"/>
                <a:cs typeface="Times New Roman" panose="02020603050405020304" pitchFamily="18" charset="0"/>
              </a:rPr>
              <a:t>Firebase Auth</a:t>
            </a:r>
          </a:p>
          <a:p>
            <a:r>
              <a:rPr lang="en-VN" sz="2800" dirty="0">
                <a:latin typeface="Times New Roman" panose="02020603050405020304" pitchFamily="18" charset="0"/>
                <a:cs typeface="Times New Roman" panose="02020603050405020304" pitchFamily="18" charset="0"/>
              </a:rPr>
              <a:t>Xác thực email, google</a:t>
            </a:r>
          </a:p>
        </p:txBody>
      </p:sp>
      <p:pic>
        <p:nvPicPr>
          <p:cNvPr id="40" name="Graphic 39" descr="User">
            <a:extLst>
              <a:ext uri="{FF2B5EF4-FFF2-40B4-BE49-F238E27FC236}">
                <a16:creationId xmlns:a16="http://schemas.microsoft.com/office/drawing/2014/main" id="{DD80C6F6-1DEC-485D-2421-49176AF718F1}"/>
              </a:ext>
            </a:extLst>
          </p:cNvPr>
          <p:cNvPicPr>
            <a:picLocks noChangeAspect="1"/>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1641717" y="7451730"/>
            <a:ext cx="396000" cy="396000"/>
          </a:xfrm>
          <a:prstGeom prst="rect">
            <a:avLst/>
          </a:prstGeom>
        </p:spPr>
      </p:pic>
      <p:sp>
        <p:nvSpPr>
          <p:cNvPr id="42" name="Shape 1">
            <a:extLst>
              <a:ext uri="{FF2B5EF4-FFF2-40B4-BE49-F238E27FC236}">
                <a16:creationId xmlns:a16="http://schemas.microsoft.com/office/drawing/2014/main" id="{C1D14BD0-BB77-EC3D-3965-5AA6A270B6E4}"/>
              </a:ext>
            </a:extLst>
          </p:cNvPr>
          <p:cNvSpPr/>
          <p:nvPr/>
        </p:nvSpPr>
        <p:spPr>
          <a:xfrm>
            <a:off x="9375662" y="2657001"/>
            <a:ext cx="7740000" cy="2160000"/>
          </a:xfrm>
          <a:prstGeom prst="roundRect">
            <a:avLst>
              <a:gd name="adj" fmla="val 4349"/>
            </a:avLst>
          </a:prstGeom>
          <a:solidFill>
            <a:srgbClr val="D2DDF9"/>
          </a:solidFill>
          <a:ln w="4763">
            <a:solidFill>
              <a:srgbClr val="B8C3DF"/>
            </a:solidFill>
            <a:prstDash val="solid"/>
          </a:ln>
        </p:spPr>
        <p:txBody>
          <a:bodyPr/>
          <a:lstStyle/>
          <a:p>
            <a:endParaRPr lang="en-VN" dirty="0"/>
          </a:p>
        </p:txBody>
      </p:sp>
      <p:sp>
        <p:nvSpPr>
          <p:cNvPr id="43" name="Shape 2">
            <a:extLst>
              <a:ext uri="{FF2B5EF4-FFF2-40B4-BE49-F238E27FC236}">
                <a16:creationId xmlns:a16="http://schemas.microsoft.com/office/drawing/2014/main" id="{73FD4F11-B7C2-7E77-B640-E0EA7AA3C2ED}"/>
              </a:ext>
            </a:extLst>
          </p:cNvPr>
          <p:cNvSpPr/>
          <p:nvPr/>
        </p:nvSpPr>
        <p:spPr>
          <a:xfrm>
            <a:off x="9571135" y="2765656"/>
            <a:ext cx="648000" cy="648000"/>
          </a:xfrm>
          <a:prstGeom prst="roundRect">
            <a:avLst>
              <a:gd name="adj" fmla="val 16657762"/>
            </a:avLst>
          </a:prstGeom>
          <a:solidFill>
            <a:srgbClr val="1B54DA"/>
          </a:solidFill>
          <a:ln/>
        </p:spPr>
      </p:sp>
      <p:sp>
        <p:nvSpPr>
          <p:cNvPr id="45" name="TextBox 44">
            <a:extLst>
              <a:ext uri="{FF2B5EF4-FFF2-40B4-BE49-F238E27FC236}">
                <a16:creationId xmlns:a16="http://schemas.microsoft.com/office/drawing/2014/main" id="{87A952E2-406C-923D-D2E8-87864F323B46}"/>
              </a:ext>
            </a:extLst>
          </p:cNvPr>
          <p:cNvSpPr txBox="1"/>
          <p:nvPr/>
        </p:nvSpPr>
        <p:spPr>
          <a:xfrm>
            <a:off x="9703066" y="3465414"/>
            <a:ext cx="5334000" cy="1077218"/>
          </a:xfrm>
          <a:prstGeom prst="rect">
            <a:avLst/>
          </a:prstGeom>
          <a:noFill/>
        </p:spPr>
        <p:txBody>
          <a:bodyPr wrap="square" rtlCol="0">
            <a:spAutoFit/>
          </a:bodyPr>
          <a:lstStyle/>
          <a:p>
            <a:r>
              <a:rPr lang="en-VN" sz="3600" b="1" dirty="0">
                <a:latin typeface="Times New Roman" panose="02020603050405020304" pitchFamily="18" charset="0"/>
                <a:cs typeface="Times New Roman" panose="02020603050405020304" pitchFamily="18" charset="0"/>
              </a:rPr>
              <a:t>Node.js + Express.js</a:t>
            </a:r>
          </a:p>
          <a:p>
            <a:r>
              <a:rPr lang="en-VN" sz="2800" dirty="0">
                <a:latin typeface="Times New Roman" panose="02020603050405020304" pitchFamily="18" charset="0"/>
                <a:cs typeface="Times New Roman" panose="02020603050405020304" pitchFamily="18" charset="0"/>
              </a:rPr>
              <a:t>Backend RESTful API</a:t>
            </a:r>
          </a:p>
        </p:txBody>
      </p:sp>
      <p:pic>
        <p:nvPicPr>
          <p:cNvPr id="47" name="Graphic 46" descr="Server">
            <a:extLst>
              <a:ext uri="{FF2B5EF4-FFF2-40B4-BE49-F238E27FC236}">
                <a16:creationId xmlns:a16="http://schemas.microsoft.com/office/drawing/2014/main" id="{7ED3700A-2FC3-DBFD-A75D-DCB554629732}"/>
              </a:ext>
            </a:extLst>
          </p:cNvPr>
          <p:cNvPicPr>
            <a:picLocks noChangeAspect="1"/>
          </p:cNvPicPr>
          <p:nvPr/>
        </p:nvPicPr>
        <p:blipFill>
          <a:blip r:embed="rId10">
            <a:extLst>
              <a:ext uri="{28A0092B-C50C-407E-A947-70E740481C1C}">
                <a14:useLocalDpi xmlns:a14="http://schemas.microsoft.com/office/drawing/2010/main" val="0"/>
              </a:ext>
              <a:ext uri="{96DAC541-7B7A-43D3-8B79-37D633B846F1}">
                <asvg:svgBlip xmlns:asvg="http://schemas.microsoft.com/office/drawing/2016/SVG/main" r:embed="rId11"/>
              </a:ext>
            </a:extLst>
          </a:blip>
          <a:stretch>
            <a:fillRect/>
          </a:stretch>
        </p:blipFill>
        <p:spPr>
          <a:xfrm>
            <a:off x="9697135" y="2878310"/>
            <a:ext cx="396000" cy="396000"/>
          </a:xfrm>
          <a:prstGeom prst="rect">
            <a:avLst/>
          </a:prstGeom>
        </p:spPr>
      </p:pic>
      <p:sp>
        <p:nvSpPr>
          <p:cNvPr id="48" name="Shape 1">
            <a:extLst>
              <a:ext uri="{FF2B5EF4-FFF2-40B4-BE49-F238E27FC236}">
                <a16:creationId xmlns:a16="http://schemas.microsoft.com/office/drawing/2014/main" id="{B53496B5-4C8A-10B9-F56A-12A64C453F58}"/>
              </a:ext>
            </a:extLst>
          </p:cNvPr>
          <p:cNvSpPr/>
          <p:nvPr/>
        </p:nvSpPr>
        <p:spPr>
          <a:xfrm>
            <a:off x="9375662" y="4947113"/>
            <a:ext cx="7740000" cy="2160000"/>
          </a:xfrm>
          <a:prstGeom prst="roundRect">
            <a:avLst>
              <a:gd name="adj" fmla="val 4349"/>
            </a:avLst>
          </a:prstGeom>
          <a:solidFill>
            <a:srgbClr val="D2DDF9"/>
          </a:solidFill>
          <a:ln w="4763">
            <a:solidFill>
              <a:srgbClr val="B8C3DF"/>
            </a:solidFill>
            <a:prstDash val="solid"/>
          </a:ln>
        </p:spPr>
        <p:txBody>
          <a:bodyPr/>
          <a:lstStyle/>
          <a:p>
            <a:endParaRPr lang="en-VN" dirty="0"/>
          </a:p>
        </p:txBody>
      </p:sp>
      <p:sp>
        <p:nvSpPr>
          <p:cNvPr id="49" name="Shape 2">
            <a:extLst>
              <a:ext uri="{FF2B5EF4-FFF2-40B4-BE49-F238E27FC236}">
                <a16:creationId xmlns:a16="http://schemas.microsoft.com/office/drawing/2014/main" id="{B7B80E8F-8C75-C549-7521-B0162FC1D42A}"/>
              </a:ext>
            </a:extLst>
          </p:cNvPr>
          <p:cNvSpPr/>
          <p:nvPr/>
        </p:nvSpPr>
        <p:spPr>
          <a:xfrm>
            <a:off x="9571135" y="5055768"/>
            <a:ext cx="648000" cy="648000"/>
          </a:xfrm>
          <a:prstGeom prst="roundRect">
            <a:avLst>
              <a:gd name="adj" fmla="val 16657762"/>
            </a:avLst>
          </a:prstGeom>
          <a:solidFill>
            <a:srgbClr val="1B54DA"/>
          </a:solidFill>
          <a:ln/>
        </p:spPr>
        <p:txBody>
          <a:bodyPr/>
          <a:lstStyle/>
          <a:p>
            <a:endParaRPr lang="en-VN" dirty="0"/>
          </a:p>
        </p:txBody>
      </p:sp>
      <p:sp>
        <p:nvSpPr>
          <p:cNvPr id="50" name="TextBox 49">
            <a:extLst>
              <a:ext uri="{FF2B5EF4-FFF2-40B4-BE49-F238E27FC236}">
                <a16:creationId xmlns:a16="http://schemas.microsoft.com/office/drawing/2014/main" id="{93B34109-77AD-9F0B-40FE-5E2812394F5C}"/>
              </a:ext>
            </a:extLst>
          </p:cNvPr>
          <p:cNvSpPr txBox="1"/>
          <p:nvPr/>
        </p:nvSpPr>
        <p:spPr>
          <a:xfrm>
            <a:off x="9690040" y="5772888"/>
            <a:ext cx="5334000" cy="1077218"/>
          </a:xfrm>
          <a:prstGeom prst="rect">
            <a:avLst/>
          </a:prstGeom>
          <a:noFill/>
        </p:spPr>
        <p:txBody>
          <a:bodyPr wrap="square" rtlCol="0">
            <a:spAutoFit/>
          </a:bodyPr>
          <a:lstStyle/>
          <a:p>
            <a:r>
              <a:rPr lang="en-VN" sz="3600" b="1" dirty="0">
                <a:latin typeface="Times New Roman" panose="02020603050405020304" pitchFamily="18" charset="0"/>
                <a:cs typeface="Times New Roman" panose="02020603050405020304" pitchFamily="18" charset="0"/>
              </a:rPr>
              <a:t>Supabase Realtime</a:t>
            </a:r>
          </a:p>
          <a:p>
            <a:r>
              <a:rPr lang="en-VN" sz="2800" dirty="0">
                <a:latin typeface="Times New Roman" panose="02020603050405020304" pitchFamily="18" charset="0"/>
                <a:cs typeface="Times New Roman" panose="02020603050405020304" pitchFamily="18" charset="0"/>
              </a:rPr>
              <a:t>Cập nhật trạng thái thời gian thực</a:t>
            </a:r>
          </a:p>
        </p:txBody>
      </p:sp>
      <p:sp>
        <p:nvSpPr>
          <p:cNvPr id="52" name="Shape 1">
            <a:extLst>
              <a:ext uri="{FF2B5EF4-FFF2-40B4-BE49-F238E27FC236}">
                <a16:creationId xmlns:a16="http://schemas.microsoft.com/office/drawing/2014/main" id="{83BC0612-A85B-6FB3-BD69-DD1FE820FB70}"/>
              </a:ext>
            </a:extLst>
          </p:cNvPr>
          <p:cNvSpPr/>
          <p:nvPr/>
        </p:nvSpPr>
        <p:spPr>
          <a:xfrm>
            <a:off x="9375662" y="7231925"/>
            <a:ext cx="7740000" cy="2160000"/>
          </a:xfrm>
          <a:prstGeom prst="roundRect">
            <a:avLst>
              <a:gd name="adj" fmla="val 4349"/>
            </a:avLst>
          </a:prstGeom>
          <a:solidFill>
            <a:srgbClr val="D2DDF9"/>
          </a:solidFill>
          <a:ln w="4763">
            <a:solidFill>
              <a:srgbClr val="B8C3DF"/>
            </a:solidFill>
            <a:prstDash val="solid"/>
          </a:ln>
        </p:spPr>
        <p:txBody>
          <a:bodyPr/>
          <a:lstStyle/>
          <a:p>
            <a:endParaRPr lang="en-VN" dirty="0"/>
          </a:p>
        </p:txBody>
      </p:sp>
      <p:sp>
        <p:nvSpPr>
          <p:cNvPr id="53" name="Shape 2">
            <a:extLst>
              <a:ext uri="{FF2B5EF4-FFF2-40B4-BE49-F238E27FC236}">
                <a16:creationId xmlns:a16="http://schemas.microsoft.com/office/drawing/2014/main" id="{A1AD5136-CA5A-2A26-B736-DD53B8C74DA8}"/>
              </a:ext>
            </a:extLst>
          </p:cNvPr>
          <p:cNvSpPr/>
          <p:nvPr/>
        </p:nvSpPr>
        <p:spPr>
          <a:xfrm>
            <a:off x="9571135" y="7340580"/>
            <a:ext cx="648000" cy="648000"/>
          </a:xfrm>
          <a:prstGeom prst="roundRect">
            <a:avLst>
              <a:gd name="adj" fmla="val 16657762"/>
            </a:avLst>
          </a:prstGeom>
          <a:solidFill>
            <a:srgbClr val="1B54DA"/>
          </a:solidFill>
          <a:ln/>
        </p:spPr>
      </p:sp>
      <p:sp>
        <p:nvSpPr>
          <p:cNvPr id="54" name="TextBox 53">
            <a:extLst>
              <a:ext uri="{FF2B5EF4-FFF2-40B4-BE49-F238E27FC236}">
                <a16:creationId xmlns:a16="http://schemas.microsoft.com/office/drawing/2014/main" id="{058BE9D7-A998-BA19-B657-3D330C750ACF}"/>
              </a:ext>
            </a:extLst>
          </p:cNvPr>
          <p:cNvSpPr txBox="1"/>
          <p:nvPr/>
        </p:nvSpPr>
        <p:spPr>
          <a:xfrm>
            <a:off x="9697135" y="8054393"/>
            <a:ext cx="5334000" cy="1077218"/>
          </a:xfrm>
          <a:prstGeom prst="rect">
            <a:avLst/>
          </a:prstGeom>
          <a:noFill/>
        </p:spPr>
        <p:txBody>
          <a:bodyPr wrap="square" rtlCol="0">
            <a:spAutoFit/>
          </a:bodyPr>
          <a:lstStyle/>
          <a:p>
            <a:r>
              <a:rPr lang="en-VN" sz="3600" b="1" dirty="0">
                <a:latin typeface="Times New Roman" panose="02020603050405020304" pitchFamily="18" charset="0"/>
                <a:cs typeface="Times New Roman" panose="02020603050405020304" pitchFamily="18" charset="0"/>
              </a:rPr>
              <a:t>OpenStreetMap</a:t>
            </a:r>
          </a:p>
          <a:p>
            <a:r>
              <a:rPr lang="en-VN" sz="2800" dirty="0">
                <a:latin typeface="Times New Roman" panose="02020603050405020304" pitchFamily="18" charset="0"/>
                <a:cs typeface="Times New Roman" panose="02020603050405020304" pitchFamily="18" charset="0"/>
              </a:rPr>
              <a:t>Hiển thị bản đồ giao hàng</a:t>
            </a:r>
          </a:p>
        </p:txBody>
      </p:sp>
      <p:pic>
        <p:nvPicPr>
          <p:cNvPr id="57" name="Graphic 56" descr="Clock">
            <a:extLst>
              <a:ext uri="{FF2B5EF4-FFF2-40B4-BE49-F238E27FC236}">
                <a16:creationId xmlns:a16="http://schemas.microsoft.com/office/drawing/2014/main" id="{653F6115-A535-0304-C840-58C37D6BEDE5}"/>
              </a:ext>
            </a:extLst>
          </p:cNvPr>
          <p:cNvPicPr>
            <a:picLocks noChangeAspect="1"/>
          </p:cNvPicPr>
          <p:nvPr/>
        </p:nvPicPr>
        <p:blipFill>
          <a:blip r:embed="rId12">
            <a:extLst>
              <a:ext uri="{28A0092B-C50C-407E-A947-70E740481C1C}">
                <a14:useLocalDpi xmlns:a14="http://schemas.microsoft.com/office/drawing/2010/main" val="0"/>
              </a:ext>
              <a:ext uri="{96DAC541-7B7A-43D3-8B79-37D633B846F1}">
                <asvg:svgBlip xmlns:asvg="http://schemas.microsoft.com/office/drawing/2016/SVG/main" r:embed="rId13"/>
              </a:ext>
            </a:extLst>
          </a:blip>
          <a:stretch>
            <a:fillRect/>
          </a:stretch>
        </p:blipFill>
        <p:spPr>
          <a:xfrm>
            <a:off x="9697135" y="5186276"/>
            <a:ext cx="396000" cy="396000"/>
          </a:xfrm>
          <a:prstGeom prst="rect">
            <a:avLst/>
          </a:prstGeom>
        </p:spPr>
      </p:pic>
      <p:pic>
        <p:nvPicPr>
          <p:cNvPr id="59" name="Graphic 58" descr="Map with pin">
            <a:extLst>
              <a:ext uri="{FF2B5EF4-FFF2-40B4-BE49-F238E27FC236}">
                <a16:creationId xmlns:a16="http://schemas.microsoft.com/office/drawing/2014/main" id="{839E3A9F-33D8-5BC5-9E23-14285A93C215}"/>
              </a:ext>
            </a:extLst>
          </p:cNvPr>
          <p:cNvPicPr>
            <a:picLocks noChangeAspect="1"/>
          </p:cNvPicPr>
          <p:nvPr/>
        </p:nvPicPr>
        <p:blipFill>
          <a:blip r:embed="rId14">
            <a:extLst>
              <a:ext uri="{28A0092B-C50C-407E-A947-70E740481C1C}">
                <a14:useLocalDpi xmlns:a14="http://schemas.microsoft.com/office/drawing/2010/main" val="0"/>
              </a:ext>
              <a:ext uri="{96DAC541-7B7A-43D3-8B79-37D633B846F1}">
                <asvg:svgBlip xmlns:asvg="http://schemas.microsoft.com/office/drawing/2016/SVG/main" r:embed="rId15"/>
              </a:ext>
            </a:extLst>
          </a:blip>
          <a:stretch>
            <a:fillRect/>
          </a:stretch>
        </p:blipFill>
        <p:spPr>
          <a:xfrm>
            <a:off x="9703066" y="7432998"/>
            <a:ext cx="396000" cy="396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9C79B0-09FD-4F21-6B19-67C5F92FC67D}"/>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F24CFB24-8409-328D-3E01-DF3EFEC2113B}"/>
              </a:ext>
            </a:extLst>
          </p:cNvPr>
          <p:cNvSpPr/>
          <p:nvPr/>
        </p:nvSpPr>
        <p:spPr>
          <a:xfrm>
            <a:off x="0" y="2005"/>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a:stretch>
          </a:blipFill>
        </p:spPr>
        <p:txBody>
          <a:bodyPr/>
          <a:lstStyle/>
          <a:p>
            <a:endParaRPr lang="vi-VN" dirty="0"/>
          </a:p>
        </p:txBody>
      </p:sp>
      <p:grpSp>
        <p:nvGrpSpPr>
          <p:cNvPr id="9" name="Group 8">
            <a:extLst>
              <a:ext uri="{FF2B5EF4-FFF2-40B4-BE49-F238E27FC236}">
                <a16:creationId xmlns:a16="http://schemas.microsoft.com/office/drawing/2014/main" id="{9EDADDC5-C3DA-43D0-7B30-054172438D60}"/>
              </a:ext>
            </a:extLst>
          </p:cNvPr>
          <p:cNvGrpSpPr/>
          <p:nvPr/>
        </p:nvGrpSpPr>
        <p:grpSpPr>
          <a:xfrm>
            <a:off x="914400" y="1638300"/>
            <a:ext cx="12157434" cy="1196225"/>
            <a:chOff x="8252935" y="2941902"/>
            <a:chExt cx="12157434" cy="1196225"/>
          </a:xfrm>
        </p:grpSpPr>
        <p:sp>
          <p:nvSpPr>
            <p:cNvPr id="10" name="TextBox 7">
              <a:extLst>
                <a:ext uri="{FF2B5EF4-FFF2-40B4-BE49-F238E27FC236}">
                  <a16:creationId xmlns:a16="http://schemas.microsoft.com/office/drawing/2014/main" id="{DCAFA26D-BB82-5F16-966E-1E9A8B1CB8F1}"/>
                </a:ext>
              </a:extLst>
            </p:cNvPr>
            <p:cNvSpPr txBox="1"/>
            <p:nvPr/>
          </p:nvSpPr>
          <p:spPr>
            <a:xfrm>
              <a:off x="8549959" y="2941902"/>
              <a:ext cx="11860410" cy="1196225"/>
            </a:xfrm>
            <a:prstGeom prst="rect">
              <a:avLst/>
            </a:prstGeom>
          </p:spPr>
          <p:txBody>
            <a:bodyPr wrap="square" lIns="0" tIns="0" rIns="0" bIns="0" rtlCol="0" anchor="t">
              <a:spAutoFit/>
            </a:bodyPr>
            <a:lstStyle/>
            <a:p>
              <a:pPr>
                <a:lnSpc>
                  <a:spcPts val="10800"/>
                </a:lnSpc>
              </a:pPr>
              <a:r>
                <a:rPr lang="en-US" sz="4800" b="1" i="0" dirty="0" err="1">
                  <a:solidFill>
                    <a:srgbClr val="15458C"/>
                  </a:solidFill>
                  <a:effectLst/>
                  <a:latin typeface="Times New Roman" panose="02020603050405020304" pitchFamily="18" charset="0"/>
                  <a:cs typeface="Times New Roman" panose="02020603050405020304" pitchFamily="18" charset="0"/>
                </a:rPr>
                <a:t>Phạm</a:t>
              </a:r>
              <a:r>
                <a:rPr lang="en-US" sz="4800" b="1" i="0" dirty="0">
                  <a:solidFill>
                    <a:srgbClr val="15458C"/>
                  </a:solidFill>
                  <a:effectLst/>
                  <a:latin typeface="Times New Roman" panose="02020603050405020304" pitchFamily="18" charset="0"/>
                  <a:cs typeface="Times New Roman" panose="02020603050405020304" pitchFamily="18" charset="0"/>
                </a:rPr>
                <a:t> vi &amp;</a:t>
              </a:r>
              <a:r>
                <a:rPr lang="en-US" sz="4800" b="1" dirty="0">
                  <a:solidFill>
                    <a:srgbClr val="15458C"/>
                  </a:solidFill>
                  <a:latin typeface="Times New Roman" panose="02020603050405020304" pitchFamily="18" charset="0"/>
                  <a:ea typeface="Alexandria" pitchFamily="34" charset="-122"/>
                  <a:cs typeface="Times New Roman" panose="02020603050405020304" pitchFamily="18" charset="0"/>
                </a:rPr>
                <a:t> </a:t>
              </a:r>
              <a:r>
                <a:rPr lang="en-US" sz="4800" b="1" dirty="0" err="1">
                  <a:solidFill>
                    <a:srgbClr val="15458C"/>
                  </a:solidFill>
                  <a:latin typeface="Times New Roman" panose="02020603050405020304" pitchFamily="18" charset="0"/>
                  <a:ea typeface="Alexandria" pitchFamily="34" charset="-122"/>
                  <a:cs typeface="Times New Roman" panose="02020603050405020304" pitchFamily="18" charset="0"/>
                </a:rPr>
                <a:t>Kiến</a:t>
              </a:r>
              <a:r>
                <a:rPr lang="en-US" sz="4800" b="1" dirty="0">
                  <a:solidFill>
                    <a:srgbClr val="15458C"/>
                  </a:solidFill>
                  <a:latin typeface="Times New Roman" panose="02020603050405020304" pitchFamily="18" charset="0"/>
                  <a:ea typeface="Alexandria" pitchFamily="34" charset="-122"/>
                  <a:cs typeface="Times New Roman" panose="02020603050405020304" pitchFamily="18" charset="0"/>
                </a:rPr>
                <a:t> </a:t>
              </a:r>
              <a:r>
                <a:rPr lang="en-US" sz="4800" b="1" dirty="0" err="1">
                  <a:solidFill>
                    <a:srgbClr val="15458C"/>
                  </a:solidFill>
                  <a:latin typeface="Times New Roman" panose="02020603050405020304" pitchFamily="18" charset="0"/>
                  <a:ea typeface="Alexandria" pitchFamily="34" charset="-122"/>
                  <a:cs typeface="Times New Roman" panose="02020603050405020304" pitchFamily="18" charset="0"/>
                </a:rPr>
                <a:t>trúc</a:t>
              </a:r>
              <a:r>
                <a:rPr lang="en-US" sz="4800" b="1" dirty="0">
                  <a:solidFill>
                    <a:srgbClr val="15458C"/>
                  </a:solidFill>
                  <a:latin typeface="Times New Roman" panose="02020603050405020304" pitchFamily="18" charset="0"/>
                  <a:ea typeface="Alexandria" pitchFamily="34" charset="-122"/>
                  <a:cs typeface="Times New Roman" panose="02020603050405020304" pitchFamily="18" charset="0"/>
                </a:rPr>
                <a:t> </a:t>
              </a:r>
              <a:r>
                <a:rPr lang="en-US" sz="4800" b="1" dirty="0" err="1">
                  <a:solidFill>
                    <a:srgbClr val="15458C"/>
                  </a:solidFill>
                  <a:latin typeface="Times New Roman" panose="02020603050405020304" pitchFamily="18" charset="0"/>
                  <a:ea typeface="Alexandria" pitchFamily="34" charset="-122"/>
                  <a:cs typeface="Times New Roman" panose="02020603050405020304" pitchFamily="18" charset="0"/>
                </a:rPr>
                <a:t>hệ</a:t>
              </a:r>
              <a:r>
                <a:rPr lang="en-US" sz="4800" b="1" dirty="0">
                  <a:solidFill>
                    <a:srgbClr val="15458C"/>
                  </a:solidFill>
                  <a:latin typeface="Times New Roman" panose="02020603050405020304" pitchFamily="18" charset="0"/>
                  <a:ea typeface="Alexandria" pitchFamily="34" charset="-122"/>
                  <a:cs typeface="Times New Roman" panose="02020603050405020304" pitchFamily="18" charset="0"/>
                </a:rPr>
                <a:t> </a:t>
              </a:r>
              <a:r>
                <a:rPr lang="en-US" sz="4800" b="1" dirty="0" err="1">
                  <a:solidFill>
                    <a:srgbClr val="15458C"/>
                  </a:solidFill>
                  <a:latin typeface="Times New Roman" panose="02020603050405020304" pitchFamily="18" charset="0"/>
                  <a:ea typeface="Alexandria" pitchFamily="34" charset="-122"/>
                  <a:cs typeface="Times New Roman" panose="02020603050405020304" pitchFamily="18" charset="0"/>
                </a:rPr>
                <a:t>thống</a:t>
              </a:r>
              <a:r>
                <a:rPr lang="en-US" sz="4800" b="1" dirty="0">
                  <a:solidFill>
                    <a:srgbClr val="15458C"/>
                  </a:solidFill>
                  <a:latin typeface="Times New Roman" panose="02020603050405020304" pitchFamily="18" charset="0"/>
                  <a:ea typeface="Alexandria" pitchFamily="34" charset="-122"/>
                  <a:cs typeface="Times New Roman" panose="02020603050405020304" pitchFamily="18" charset="0"/>
                </a:rPr>
                <a:t> </a:t>
              </a:r>
              <a:endParaRPr lang="en-US" sz="4800" b="1" dirty="0">
                <a:solidFill>
                  <a:srgbClr val="15458C"/>
                </a:solidFill>
                <a:latin typeface="Times New Roman" panose="02020603050405020304" pitchFamily="18" charset="0"/>
                <a:ea typeface="Cambria" panose="02040503050406030204" pitchFamily="18" charset="0"/>
                <a:cs typeface="Times New Roman" panose="02020603050405020304" pitchFamily="18" charset="0"/>
                <a:sym typeface="Cambria"/>
              </a:endParaRPr>
            </a:p>
          </p:txBody>
        </p:sp>
        <p:cxnSp>
          <p:nvCxnSpPr>
            <p:cNvPr id="12" name="Straight Connector 11">
              <a:extLst>
                <a:ext uri="{FF2B5EF4-FFF2-40B4-BE49-F238E27FC236}">
                  <a16:creationId xmlns:a16="http://schemas.microsoft.com/office/drawing/2014/main" id="{725ED61E-5113-2D8A-836D-D978A876EFC3}"/>
                </a:ext>
              </a:extLst>
            </p:cNvPr>
            <p:cNvCxnSpPr>
              <a:cxnSpLocks/>
            </p:cNvCxnSpPr>
            <p:nvPr/>
          </p:nvCxnSpPr>
          <p:spPr>
            <a:xfrm>
              <a:off x="8252935" y="3399092"/>
              <a:ext cx="0" cy="677608"/>
            </a:xfrm>
            <a:prstGeom prst="line">
              <a:avLst/>
            </a:prstGeom>
            <a:ln w="76200">
              <a:solidFill>
                <a:srgbClr val="FCB618"/>
              </a:solidFill>
            </a:ln>
          </p:spPr>
          <p:style>
            <a:lnRef idx="2">
              <a:schemeClr val="accent1"/>
            </a:lnRef>
            <a:fillRef idx="0">
              <a:schemeClr val="accent1"/>
            </a:fillRef>
            <a:effectRef idx="1">
              <a:schemeClr val="accent1"/>
            </a:effectRef>
            <a:fontRef idx="minor">
              <a:schemeClr val="tx1"/>
            </a:fontRef>
          </p:style>
        </p:cxnSp>
      </p:grpSp>
      <p:sp>
        <p:nvSpPr>
          <p:cNvPr id="3" name="Shape 1">
            <a:extLst>
              <a:ext uri="{FF2B5EF4-FFF2-40B4-BE49-F238E27FC236}">
                <a16:creationId xmlns:a16="http://schemas.microsoft.com/office/drawing/2014/main" id="{807D6CC0-A66B-1C4A-11CD-822667405F52}"/>
              </a:ext>
            </a:extLst>
          </p:cNvPr>
          <p:cNvSpPr/>
          <p:nvPr/>
        </p:nvSpPr>
        <p:spPr>
          <a:xfrm>
            <a:off x="1203573" y="3730941"/>
            <a:ext cx="3960000" cy="216178"/>
          </a:xfrm>
          <a:prstGeom prst="roundRect">
            <a:avLst>
              <a:gd name="adj" fmla="val 42000"/>
            </a:avLst>
          </a:prstGeom>
          <a:solidFill>
            <a:srgbClr val="D2DDF9"/>
          </a:solidFill>
          <a:ln w="4763">
            <a:solidFill>
              <a:srgbClr val="B8C3DF"/>
            </a:solidFill>
            <a:prstDash val="solid"/>
          </a:ln>
        </p:spPr>
      </p:sp>
      <p:sp>
        <p:nvSpPr>
          <p:cNvPr id="4" name="Shape 2">
            <a:extLst>
              <a:ext uri="{FF2B5EF4-FFF2-40B4-BE49-F238E27FC236}">
                <a16:creationId xmlns:a16="http://schemas.microsoft.com/office/drawing/2014/main" id="{A95466C0-9E45-8B83-7625-9DD57D70FB2E}"/>
              </a:ext>
            </a:extLst>
          </p:cNvPr>
          <p:cNvSpPr>
            <a:spLocks noChangeAspect="1"/>
          </p:cNvSpPr>
          <p:nvPr/>
        </p:nvSpPr>
        <p:spPr>
          <a:xfrm>
            <a:off x="915573" y="3523591"/>
            <a:ext cx="576000" cy="576000"/>
          </a:xfrm>
          <a:prstGeom prst="roundRect">
            <a:avLst>
              <a:gd name="adj" fmla="val 114286"/>
            </a:avLst>
          </a:prstGeom>
          <a:solidFill>
            <a:srgbClr val="D2DDF9"/>
          </a:solidFill>
          <a:ln w="4763">
            <a:solidFill>
              <a:srgbClr val="B8C3DF"/>
            </a:solidFill>
            <a:prstDash val="solid"/>
          </a:ln>
        </p:spPr>
      </p:sp>
      <p:pic>
        <p:nvPicPr>
          <p:cNvPr id="5" name="Image 0" descr="preencoded.png">
            <a:extLst>
              <a:ext uri="{FF2B5EF4-FFF2-40B4-BE49-F238E27FC236}">
                <a16:creationId xmlns:a16="http://schemas.microsoft.com/office/drawing/2014/main" id="{93001137-F76C-C621-BB99-5FE68E2AAD5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55887" y="3677030"/>
            <a:ext cx="324000" cy="324000"/>
          </a:xfrm>
          <a:prstGeom prst="rect">
            <a:avLst/>
          </a:prstGeom>
        </p:spPr>
      </p:pic>
      <p:sp>
        <p:nvSpPr>
          <p:cNvPr id="8" name="Shape 5">
            <a:extLst>
              <a:ext uri="{FF2B5EF4-FFF2-40B4-BE49-F238E27FC236}">
                <a16:creationId xmlns:a16="http://schemas.microsoft.com/office/drawing/2014/main" id="{914612BA-A441-7EDD-FAED-70CFE3437A50}"/>
              </a:ext>
            </a:extLst>
          </p:cNvPr>
          <p:cNvSpPr/>
          <p:nvPr/>
        </p:nvSpPr>
        <p:spPr>
          <a:xfrm>
            <a:off x="5782633" y="3412678"/>
            <a:ext cx="3960000" cy="178513"/>
          </a:xfrm>
          <a:prstGeom prst="roundRect">
            <a:avLst>
              <a:gd name="adj" fmla="val 42000"/>
            </a:avLst>
          </a:prstGeom>
          <a:solidFill>
            <a:srgbClr val="D2DDF9"/>
          </a:solidFill>
          <a:ln w="4763">
            <a:solidFill>
              <a:srgbClr val="B8C3DF"/>
            </a:solidFill>
            <a:prstDash val="solid"/>
          </a:ln>
        </p:spPr>
      </p:sp>
      <p:sp>
        <p:nvSpPr>
          <p:cNvPr id="11" name="Shape 6">
            <a:extLst>
              <a:ext uri="{FF2B5EF4-FFF2-40B4-BE49-F238E27FC236}">
                <a16:creationId xmlns:a16="http://schemas.microsoft.com/office/drawing/2014/main" id="{905B1037-1419-0406-5A40-62A3843CF0F2}"/>
              </a:ext>
            </a:extLst>
          </p:cNvPr>
          <p:cNvSpPr>
            <a:spLocks noChangeAspect="1"/>
          </p:cNvSpPr>
          <p:nvPr/>
        </p:nvSpPr>
        <p:spPr>
          <a:xfrm>
            <a:off x="5494633" y="3213935"/>
            <a:ext cx="576000" cy="576000"/>
          </a:xfrm>
          <a:prstGeom prst="roundRect">
            <a:avLst>
              <a:gd name="adj" fmla="val 114286"/>
            </a:avLst>
          </a:prstGeom>
          <a:solidFill>
            <a:srgbClr val="D2DDF9"/>
          </a:solidFill>
          <a:ln w="4763">
            <a:solidFill>
              <a:srgbClr val="B8C3DF"/>
            </a:solidFill>
            <a:prstDash val="solid"/>
          </a:ln>
        </p:spPr>
        <p:txBody>
          <a:bodyPr/>
          <a:lstStyle/>
          <a:p>
            <a:endParaRPr lang="en-VN" dirty="0"/>
          </a:p>
        </p:txBody>
      </p:sp>
      <p:pic>
        <p:nvPicPr>
          <p:cNvPr id="15" name="Image 1" descr="preencoded.png">
            <a:extLst>
              <a:ext uri="{FF2B5EF4-FFF2-40B4-BE49-F238E27FC236}">
                <a16:creationId xmlns:a16="http://schemas.microsoft.com/office/drawing/2014/main" id="{809444D1-4C7C-C97B-79B4-19630A4E414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638633" y="3357935"/>
            <a:ext cx="288000" cy="288000"/>
          </a:xfrm>
          <a:prstGeom prst="rect">
            <a:avLst/>
          </a:prstGeom>
        </p:spPr>
      </p:pic>
      <p:sp>
        <p:nvSpPr>
          <p:cNvPr id="36" name="Shape 9">
            <a:extLst>
              <a:ext uri="{FF2B5EF4-FFF2-40B4-BE49-F238E27FC236}">
                <a16:creationId xmlns:a16="http://schemas.microsoft.com/office/drawing/2014/main" id="{84F77E4F-460B-7C67-1173-4B09AE240E07}"/>
              </a:ext>
            </a:extLst>
          </p:cNvPr>
          <p:cNvSpPr/>
          <p:nvPr/>
        </p:nvSpPr>
        <p:spPr>
          <a:xfrm>
            <a:off x="10347660" y="3037500"/>
            <a:ext cx="3960000" cy="216000"/>
          </a:xfrm>
          <a:prstGeom prst="roundRect">
            <a:avLst>
              <a:gd name="adj" fmla="val 42000"/>
            </a:avLst>
          </a:prstGeom>
          <a:solidFill>
            <a:srgbClr val="D2DDF9"/>
          </a:solidFill>
          <a:ln w="4763">
            <a:solidFill>
              <a:srgbClr val="B8C3DF"/>
            </a:solidFill>
            <a:prstDash val="solid"/>
          </a:ln>
        </p:spPr>
        <p:txBody>
          <a:bodyPr/>
          <a:lstStyle/>
          <a:p>
            <a:endParaRPr lang="en-VN" dirty="0"/>
          </a:p>
        </p:txBody>
      </p:sp>
      <p:sp>
        <p:nvSpPr>
          <p:cNvPr id="37" name="Shape 10">
            <a:extLst>
              <a:ext uri="{FF2B5EF4-FFF2-40B4-BE49-F238E27FC236}">
                <a16:creationId xmlns:a16="http://schemas.microsoft.com/office/drawing/2014/main" id="{CB71C5FF-2227-8C11-3371-75D194A659B0}"/>
              </a:ext>
            </a:extLst>
          </p:cNvPr>
          <p:cNvSpPr>
            <a:spLocks noChangeAspect="1"/>
          </p:cNvSpPr>
          <p:nvPr/>
        </p:nvSpPr>
        <p:spPr>
          <a:xfrm>
            <a:off x="10059660" y="2857500"/>
            <a:ext cx="576000" cy="576000"/>
          </a:xfrm>
          <a:prstGeom prst="roundRect">
            <a:avLst>
              <a:gd name="adj" fmla="val 114286"/>
            </a:avLst>
          </a:prstGeom>
          <a:solidFill>
            <a:srgbClr val="D2DDF9"/>
          </a:solidFill>
          <a:ln w="4763">
            <a:solidFill>
              <a:srgbClr val="B8C3DF"/>
            </a:solidFill>
            <a:prstDash val="solid"/>
          </a:ln>
        </p:spPr>
        <p:txBody>
          <a:bodyPr/>
          <a:lstStyle/>
          <a:p>
            <a:endParaRPr lang="en-VN" dirty="0"/>
          </a:p>
        </p:txBody>
      </p:sp>
      <p:pic>
        <p:nvPicPr>
          <p:cNvPr id="38" name="Image 2" descr="preencoded.png">
            <a:extLst>
              <a:ext uri="{FF2B5EF4-FFF2-40B4-BE49-F238E27FC236}">
                <a16:creationId xmlns:a16="http://schemas.microsoft.com/office/drawing/2014/main" id="{B09C6D0B-942D-5CCF-A0FD-542C01817429}"/>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0185660" y="2986587"/>
            <a:ext cx="324000" cy="324000"/>
          </a:xfrm>
          <a:prstGeom prst="rect">
            <a:avLst/>
          </a:prstGeom>
        </p:spPr>
      </p:pic>
      <p:sp>
        <p:nvSpPr>
          <p:cNvPr id="41" name="TextBox 40">
            <a:extLst>
              <a:ext uri="{FF2B5EF4-FFF2-40B4-BE49-F238E27FC236}">
                <a16:creationId xmlns:a16="http://schemas.microsoft.com/office/drawing/2014/main" id="{92877D2A-F3CF-775C-DD40-72C918FB5888}"/>
              </a:ext>
            </a:extLst>
          </p:cNvPr>
          <p:cNvSpPr txBox="1"/>
          <p:nvPr/>
        </p:nvSpPr>
        <p:spPr>
          <a:xfrm>
            <a:off x="1058864" y="3884580"/>
            <a:ext cx="3918627" cy="1200329"/>
          </a:xfrm>
          <a:prstGeom prst="rect">
            <a:avLst/>
          </a:prstGeom>
          <a:noFill/>
        </p:spPr>
        <p:txBody>
          <a:bodyPr wrap="square" rtlCol="0">
            <a:spAutoFit/>
          </a:bodyPr>
          <a:lstStyle/>
          <a:p>
            <a:pPr>
              <a:lnSpc>
                <a:spcPct val="150000"/>
              </a:lnSpc>
            </a:pPr>
            <a:r>
              <a:rPr lang="en-US" sz="3600" dirty="0">
                <a:solidFill>
                  <a:schemeClr val="accent6"/>
                </a:solidFill>
                <a:latin typeface="Times New Roman" panose="02020603050405020304" pitchFamily="18" charset="0"/>
                <a:ea typeface="Alexandria" pitchFamily="34" charset="-122"/>
                <a:cs typeface="Times New Roman" panose="02020603050405020304" pitchFamily="18" charset="0"/>
              </a:rPr>
              <a:t>Presentation Layer</a:t>
            </a:r>
            <a:endParaRPr lang="en-US" sz="3600" dirty="0">
              <a:solidFill>
                <a:schemeClr val="accent6"/>
              </a:solidFill>
              <a:latin typeface="Times New Roman" panose="02020603050405020304" pitchFamily="18" charset="0"/>
              <a:cs typeface="Times New Roman" panose="02020603050405020304" pitchFamily="18" charset="0"/>
            </a:endParaRPr>
          </a:p>
          <a:p>
            <a:r>
              <a:rPr lang="en-US" dirty="0">
                <a:solidFill>
                  <a:srgbClr val="404155"/>
                </a:solidFill>
                <a:latin typeface="Times New Roman" panose="02020603050405020304" pitchFamily="18" charset="0"/>
                <a:ea typeface="Nobile" pitchFamily="34" charset="-122"/>
                <a:cs typeface="Times New Roman" panose="02020603050405020304" pitchFamily="18" charset="0"/>
              </a:rPr>
              <a:t>Flutter App (User/Restaurant/Shipper)</a:t>
            </a:r>
            <a:endParaRPr lang="en-US" dirty="0">
              <a:latin typeface="Times New Roman" panose="02020603050405020304" pitchFamily="18" charset="0"/>
              <a:cs typeface="Times New Roman" panose="02020603050405020304" pitchFamily="18" charset="0"/>
            </a:endParaRPr>
          </a:p>
        </p:txBody>
      </p:sp>
      <p:sp>
        <p:nvSpPr>
          <p:cNvPr id="42" name="TextBox 41">
            <a:extLst>
              <a:ext uri="{FF2B5EF4-FFF2-40B4-BE49-F238E27FC236}">
                <a16:creationId xmlns:a16="http://schemas.microsoft.com/office/drawing/2014/main" id="{CD48B62F-7F9C-CCB9-C171-293F2AD6151E}"/>
              </a:ext>
            </a:extLst>
          </p:cNvPr>
          <p:cNvSpPr txBox="1"/>
          <p:nvPr/>
        </p:nvSpPr>
        <p:spPr>
          <a:xfrm>
            <a:off x="5613660" y="3539464"/>
            <a:ext cx="4520940" cy="1200329"/>
          </a:xfrm>
          <a:prstGeom prst="rect">
            <a:avLst/>
          </a:prstGeom>
          <a:noFill/>
        </p:spPr>
        <p:txBody>
          <a:bodyPr wrap="square" rtlCol="0">
            <a:spAutoFit/>
          </a:bodyPr>
          <a:lstStyle/>
          <a:p>
            <a:pPr>
              <a:lnSpc>
                <a:spcPct val="150000"/>
              </a:lnSpc>
            </a:pPr>
            <a:r>
              <a:rPr lang="en-US" sz="3600" dirty="0">
                <a:solidFill>
                  <a:schemeClr val="accent6"/>
                </a:solidFill>
                <a:latin typeface="Times New Roman" panose="02020603050405020304" pitchFamily="18" charset="0"/>
                <a:ea typeface="Alexandria" pitchFamily="34" charset="-122"/>
                <a:cs typeface="Times New Roman" panose="02020603050405020304" pitchFamily="18" charset="0"/>
              </a:rPr>
              <a:t>Business Logic Layer</a:t>
            </a:r>
            <a:endParaRPr lang="en-US" sz="3600" dirty="0">
              <a:solidFill>
                <a:schemeClr val="accent6"/>
              </a:solidFill>
              <a:latin typeface="Times New Roman" panose="02020603050405020304" pitchFamily="18" charset="0"/>
              <a:cs typeface="Times New Roman" panose="02020603050405020304" pitchFamily="18" charset="0"/>
            </a:endParaRPr>
          </a:p>
          <a:p>
            <a:r>
              <a:rPr lang="en-US" dirty="0">
                <a:solidFill>
                  <a:srgbClr val="404155"/>
                </a:solidFill>
                <a:latin typeface="Times New Roman" panose="02020603050405020304" pitchFamily="18" charset="0"/>
                <a:ea typeface="Nobile" pitchFamily="34" charset="-122"/>
                <a:cs typeface="Times New Roman" panose="02020603050405020304" pitchFamily="18" charset="0"/>
              </a:rPr>
              <a:t>Node.js + </a:t>
            </a:r>
            <a:r>
              <a:rPr lang="en-US" dirty="0" err="1">
                <a:solidFill>
                  <a:srgbClr val="404155"/>
                </a:solidFill>
                <a:latin typeface="Times New Roman" panose="02020603050405020304" pitchFamily="18" charset="0"/>
                <a:ea typeface="Nobile" pitchFamily="34" charset="-122"/>
                <a:cs typeface="Times New Roman" panose="02020603050405020304" pitchFamily="18" charset="0"/>
              </a:rPr>
              <a:t>Express.js</a:t>
            </a:r>
            <a:r>
              <a:rPr lang="en-US" dirty="0">
                <a:solidFill>
                  <a:srgbClr val="404155"/>
                </a:solidFill>
                <a:latin typeface="Times New Roman" panose="02020603050405020304" pitchFamily="18" charset="0"/>
                <a:ea typeface="Nobile" pitchFamily="34" charset="-122"/>
                <a:cs typeface="Times New Roman" panose="02020603050405020304" pitchFamily="18" charset="0"/>
              </a:rPr>
              <a:t> (REST API)</a:t>
            </a:r>
            <a:endParaRPr lang="en-US" dirty="0">
              <a:latin typeface="Times New Roman" panose="02020603050405020304" pitchFamily="18" charset="0"/>
              <a:cs typeface="Times New Roman" panose="02020603050405020304" pitchFamily="18" charset="0"/>
            </a:endParaRPr>
          </a:p>
        </p:txBody>
      </p:sp>
      <p:sp>
        <p:nvSpPr>
          <p:cNvPr id="43" name="TextBox 42">
            <a:extLst>
              <a:ext uri="{FF2B5EF4-FFF2-40B4-BE49-F238E27FC236}">
                <a16:creationId xmlns:a16="http://schemas.microsoft.com/office/drawing/2014/main" id="{D812AA9D-2A59-71F2-7D14-723B8B33E568}"/>
              </a:ext>
            </a:extLst>
          </p:cNvPr>
          <p:cNvSpPr txBox="1"/>
          <p:nvPr/>
        </p:nvSpPr>
        <p:spPr>
          <a:xfrm>
            <a:off x="10185660" y="3346785"/>
            <a:ext cx="4520940" cy="1012008"/>
          </a:xfrm>
          <a:prstGeom prst="rect">
            <a:avLst/>
          </a:prstGeom>
          <a:noFill/>
        </p:spPr>
        <p:txBody>
          <a:bodyPr wrap="square" rtlCol="0">
            <a:spAutoFit/>
          </a:bodyPr>
          <a:lstStyle/>
          <a:p>
            <a:r>
              <a:rPr lang="en-US" sz="3600" dirty="0">
                <a:solidFill>
                  <a:schemeClr val="accent6"/>
                </a:solidFill>
                <a:latin typeface="Times New Roman" panose="02020603050405020304" pitchFamily="18" charset="0"/>
                <a:ea typeface="Alexandria" pitchFamily="34" charset="-122"/>
                <a:cs typeface="Times New Roman" panose="02020603050405020304" pitchFamily="18" charset="0"/>
              </a:rPr>
              <a:t>Data Access Layer</a:t>
            </a:r>
            <a:endParaRPr lang="en-US" sz="3600" dirty="0">
              <a:solidFill>
                <a:schemeClr val="accent6"/>
              </a:solidFill>
              <a:latin typeface="Times New Roman" panose="02020603050405020304" pitchFamily="18" charset="0"/>
              <a:cs typeface="Times New Roman" panose="02020603050405020304" pitchFamily="18" charset="0"/>
            </a:endParaRPr>
          </a:p>
          <a:p>
            <a:pPr>
              <a:lnSpc>
                <a:spcPct val="150000"/>
              </a:lnSpc>
            </a:pPr>
            <a:r>
              <a:rPr lang="en-US" dirty="0">
                <a:solidFill>
                  <a:srgbClr val="404155"/>
                </a:solidFill>
                <a:latin typeface="Times New Roman" panose="02020603050405020304" pitchFamily="18" charset="0"/>
                <a:ea typeface="Nobile" pitchFamily="34" charset="-122"/>
                <a:cs typeface="Times New Roman" panose="02020603050405020304" pitchFamily="18" charset="0"/>
              </a:rPr>
              <a:t>Prisma ORM → PostgreSQL (</a:t>
            </a:r>
            <a:r>
              <a:rPr lang="en-US" dirty="0" err="1">
                <a:solidFill>
                  <a:srgbClr val="404155"/>
                </a:solidFill>
                <a:latin typeface="Times New Roman" panose="02020603050405020304" pitchFamily="18" charset="0"/>
                <a:ea typeface="Nobile" pitchFamily="34" charset="-122"/>
                <a:cs typeface="Times New Roman" panose="02020603050405020304" pitchFamily="18" charset="0"/>
              </a:rPr>
              <a:t>Supabase</a:t>
            </a:r>
            <a:r>
              <a:rPr lang="en-US" dirty="0">
                <a:solidFill>
                  <a:srgbClr val="404155"/>
                </a:solidFill>
                <a:latin typeface="Times New Roman" panose="02020603050405020304" pitchFamily="18" charset="0"/>
                <a:ea typeface="Nobile" pitchFamily="34" charset="-122"/>
                <a:cs typeface="Times New Roman" panose="02020603050405020304" pitchFamily="18" charset="0"/>
              </a:rPr>
              <a:t>)</a:t>
            </a:r>
            <a:endParaRPr lang="en-US" dirty="0">
              <a:latin typeface="Times New Roman" panose="02020603050405020304" pitchFamily="18" charset="0"/>
              <a:cs typeface="Times New Roman" panose="02020603050405020304" pitchFamily="18" charset="0"/>
            </a:endParaRPr>
          </a:p>
        </p:txBody>
      </p:sp>
      <p:pic>
        <p:nvPicPr>
          <p:cNvPr id="44" name="Image 3" descr="preencoded.png">
            <a:extLst>
              <a:ext uri="{FF2B5EF4-FFF2-40B4-BE49-F238E27FC236}">
                <a16:creationId xmlns:a16="http://schemas.microsoft.com/office/drawing/2014/main" id="{0C4E05A3-1C73-791D-A3D3-069929AB0AD7}"/>
              </a:ext>
            </a:extLst>
          </p:cNvPr>
          <p:cNvPicPr>
            <a:picLocks noChangeAspect="1"/>
          </p:cNvPicPr>
          <p:nvPr/>
        </p:nvPicPr>
        <p:blipFill>
          <a:blip r:embed="rId10"/>
          <a:stretch>
            <a:fillRect/>
          </a:stretch>
        </p:blipFill>
        <p:spPr>
          <a:xfrm>
            <a:off x="13055792" y="4452078"/>
            <a:ext cx="4288712" cy="4288712"/>
          </a:xfrm>
          <a:prstGeom prst="rect">
            <a:avLst/>
          </a:prstGeom>
        </p:spPr>
      </p:pic>
      <p:sp>
        <p:nvSpPr>
          <p:cNvPr id="45" name="TextBox 44">
            <a:extLst>
              <a:ext uri="{FF2B5EF4-FFF2-40B4-BE49-F238E27FC236}">
                <a16:creationId xmlns:a16="http://schemas.microsoft.com/office/drawing/2014/main" id="{55D4DF5A-9581-90B3-A594-2A54F265DCFB}"/>
              </a:ext>
            </a:extLst>
          </p:cNvPr>
          <p:cNvSpPr txBox="1"/>
          <p:nvPr/>
        </p:nvSpPr>
        <p:spPr>
          <a:xfrm>
            <a:off x="1055887" y="7794035"/>
            <a:ext cx="9556136" cy="1077218"/>
          </a:xfrm>
          <a:prstGeom prst="rect">
            <a:avLst/>
          </a:prstGeom>
          <a:noFill/>
        </p:spPr>
        <p:txBody>
          <a:bodyPr wrap="square" rtlCol="0">
            <a:spAutoFit/>
          </a:bodyPr>
          <a:lstStyle/>
          <a:p>
            <a:r>
              <a:rPr lang="en-US" sz="2800" b="1" dirty="0" err="1">
                <a:solidFill>
                  <a:srgbClr val="15458C"/>
                </a:solidFill>
                <a:latin typeface="Times New Roman" panose="02020603050405020304" pitchFamily="18" charset="0"/>
                <a:ea typeface="Nobile" pitchFamily="34" charset="-122"/>
                <a:cs typeface="Times New Roman" panose="02020603050405020304" pitchFamily="18" charset="0"/>
              </a:rPr>
              <a:t>Phạm</a:t>
            </a:r>
            <a:r>
              <a:rPr lang="en-US" sz="2800" b="1" dirty="0">
                <a:solidFill>
                  <a:srgbClr val="15458C"/>
                </a:solidFill>
                <a:latin typeface="Times New Roman" panose="02020603050405020304" pitchFamily="18" charset="0"/>
                <a:ea typeface="Nobile" pitchFamily="34" charset="-122"/>
                <a:cs typeface="Times New Roman" panose="02020603050405020304" pitchFamily="18" charset="0"/>
              </a:rPr>
              <a:t> vi:</a:t>
            </a:r>
            <a:r>
              <a:rPr lang="en-US" sz="2800" b="1" dirty="0">
                <a:solidFill>
                  <a:srgbClr val="404155"/>
                </a:solidFill>
                <a:latin typeface="Times New Roman" panose="02020603050405020304" pitchFamily="18" charset="0"/>
                <a:ea typeface="Nobile" pitchFamily="34" charset="-122"/>
                <a:cs typeface="Times New Roman" panose="02020603050405020304" pitchFamily="18" charset="0"/>
              </a:rPr>
              <a:t> </a:t>
            </a:r>
            <a:r>
              <a:rPr lang="en-US" dirty="0">
                <a:solidFill>
                  <a:srgbClr val="404155"/>
                </a:solidFill>
                <a:latin typeface="Times New Roman" panose="02020603050405020304" pitchFamily="18" charset="0"/>
                <a:ea typeface="Nobile" pitchFamily="34" charset="-122"/>
                <a:cs typeface="Times New Roman" panose="02020603050405020304" pitchFamily="18" charset="0"/>
              </a:rPr>
              <a:t>3 </a:t>
            </a:r>
            <a:r>
              <a:rPr lang="en-US" dirty="0" err="1">
                <a:solidFill>
                  <a:srgbClr val="404155"/>
                </a:solidFill>
                <a:latin typeface="Times New Roman" panose="02020603050405020304" pitchFamily="18" charset="0"/>
                <a:ea typeface="Nobile" pitchFamily="34" charset="-122"/>
                <a:cs typeface="Times New Roman" panose="02020603050405020304" pitchFamily="18" charset="0"/>
              </a:rPr>
              <a:t>phân</a:t>
            </a:r>
            <a:r>
              <a:rPr lang="en-US" dirty="0">
                <a:solidFill>
                  <a:srgbClr val="404155"/>
                </a:solidFill>
                <a:latin typeface="Times New Roman" panose="02020603050405020304" pitchFamily="18" charset="0"/>
                <a:ea typeface="Nobile" pitchFamily="34" charset="-122"/>
                <a:cs typeface="Times New Roman" panose="02020603050405020304" pitchFamily="18" charset="0"/>
              </a:rPr>
              <a:t> </a:t>
            </a:r>
            <a:r>
              <a:rPr lang="en-US" dirty="0" err="1">
                <a:solidFill>
                  <a:srgbClr val="404155"/>
                </a:solidFill>
                <a:latin typeface="Times New Roman" panose="02020603050405020304" pitchFamily="18" charset="0"/>
                <a:ea typeface="Nobile" pitchFamily="34" charset="-122"/>
                <a:cs typeface="Times New Roman" panose="02020603050405020304" pitchFamily="18" charset="0"/>
              </a:rPr>
              <a:t>hệ</a:t>
            </a:r>
            <a:r>
              <a:rPr lang="en-US" dirty="0">
                <a:solidFill>
                  <a:srgbClr val="404155"/>
                </a:solidFill>
                <a:latin typeface="Times New Roman" panose="02020603050405020304" pitchFamily="18" charset="0"/>
                <a:ea typeface="Nobile" pitchFamily="34" charset="-122"/>
                <a:cs typeface="Times New Roman" panose="02020603050405020304" pitchFamily="18" charset="0"/>
              </a:rPr>
              <a:t> </a:t>
            </a:r>
            <a:r>
              <a:rPr lang="en-US" dirty="0" err="1">
                <a:solidFill>
                  <a:srgbClr val="404155"/>
                </a:solidFill>
                <a:latin typeface="Times New Roman" panose="02020603050405020304" pitchFamily="18" charset="0"/>
                <a:ea typeface="Nobile" pitchFamily="34" charset="-122"/>
                <a:cs typeface="Times New Roman" panose="02020603050405020304" pitchFamily="18" charset="0"/>
              </a:rPr>
              <a:t>trong</a:t>
            </a:r>
            <a:r>
              <a:rPr lang="en-US" dirty="0">
                <a:solidFill>
                  <a:srgbClr val="404155"/>
                </a:solidFill>
                <a:latin typeface="Times New Roman" panose="02020603050405020304" pitchFamily="18" charset="0"/>
                <a:ea typeface="Nobile" pitchFamily="34" charset="-122"/>
                <a:cs typeface="Times New Roman" panose="02020603050405020304" pitchFamily="18" charset="0"/>
              </a:rPr>
              <a:t> 1 </a:t>
            </a:r>
            <a:r>
              <a:rPr lang="en-US" dirty="0" err="1">
                <a:solidFill>
                  <a:srgbClr val="404155"/>
                </a:solidFill>
                <a:latin typeface="Times New Roman" panose="02020603050405020304" pitchFamily="18" charset="0"/>
                <a:ea typeface="Nobile" pitchFamily="34" charset="-122"/>
                <a:cs typeface="Times New Roman" panose="02020603050405020304" pitchFamily="18" charset="0"/>
              </a:rPr>
              <a:t>ứng</a:t>
            </a:r>
            <a:r>
              <a:rPr lang="en-US" dirty="0">
                <a:solidFill>
                  <a:srgbClr val="404155"/>
                </a:solidFill>
                <a:latin typeface="Times New Roman" panose="02020603050405020304" pitchFamily="18" charset="0"/>
                <a:ea typeface="Nobile" pitchFamily="34" charset="-122"/>
                <a:cs typeface="Times New Roman" panose="02020603050405020304" pitchFamily="18" charset="0"/>
              </a:rPr>
              <a:t> </a:t>
            </a:r>
            <a:r>
              <a:rPr lang="en-US" dirty="0" err="1">
                <a:solidFill>
                  <a:srgbClr val="404155"/>
                </a:solidFill>
                <a:latin typeface="Times New Roman" panose="02020603050405020304" pitchFamily="18" charset="0"/>
                <a:ea typeface="Nobile" pitchFamily="34" charset="-122"/>
                <a:cs typeface="Times New Roman" panose="02020603050405020304" pitchFamily="18" charset="0"/>
              </a:rPr>
              <a:t>dụng</a:t>
            </a:r>
            <a:r>
              <a:rPr lang="en-US" dirty="0">
                <a:solidFill>
                  <a:srgbClr val="404155"/>
                </a:solidFill>
                <a:latin typeface="Times New Roman" panose="02020603050405020304" pitchFamily="18" charset="0"/>
                <a:ea typeface="Nobile" pitchFamily="34" charset="-122"/>
                <a:cs typeface="Times New Roman" panose="02020603050405020304" pitchFamily="18" charset="0"/>
              </a:rPr>
              <a:t> </a:t>
            </a:r>
            <a:r>
              <a:rPr lang="en-US" dirty="0" err="1">
                <a:solidFill>
                  <a:srgbClr val="404155"/>
                </a:solidFill>
                <a:latin typeface="Times New Roman" panose="02020603050405020304" pitchFamily="18" charset="0"/>
                <a:ea typeface="Nobile" pitchFamily="34" charset="-122"/>
                <a:cs typeface="Times New Roman" panose="02020603050405020304" pitchFamily="18" charset="0"/>
              </a:rPr>
              <a:t>với</a:t>
            </a:r>
            <a:r>
              <a:rPr lang="en-US" dirty="0">
                <a:solidFill>
                  <a:srgbClr val="404155"/>
                </a:solidFill>
                <a:latin typeface="Times New Roman" panose="02020603050405020304" pitchFamily="18" charset="0"/>
                <a:ea typeface="Nobile" pitchFamily="34" charset="-122"/>
                <a:cs typeface="Times New Roman" panose="02020603050405020304" pitchFamily="18" charset="0"/>
              </a:rPr>
              <a:t> </a:t>
            </a:r>
            <a:r>
              <a:rPr lang="en-US" dirty="0" err="1">
                <a:solidFill>
                  <a:srgbClr val="404155"/>
                </a:solidFill>
                <a:latin typeface="Times New Roman" panose="02020603050405020304" pitchFamily="18" charset="0"/>
                <a:ea typeface="Nobile" pitchFamily="34" charset="-122"/>
                <a:cs typeface="Times New Roman" panose="02020603050405020304" pitchFamily="18" charset="0"/>
              </a:rPr>
              <a:t>quy</a:t>
            </a:r>
            <a:r>
              <a:rPr lang="en-US" dirty="0">
                <a:solidFill>
                  <a:srgbClr val="404155"/>
                </a:solidFill>
                <a:latin typeface="Times New Roman" panose="02020603050405020304" pitchFamily="18" charset="0"/>
                <a:ea typeface="Nobile" pitchFamily="34" charset="-122"/>
                <a:cs typeface="Times New Roman" panose="02020603050405020304" pitchFamily="18" charset="0"/>
              </a:rPr>
              <a:t> </a:t>
            </a:r>
            <a:r>
              <a:rPr lang="en-US" dirty="0" err="1">
                <a:solidFill>
                  <a:srgbClr val="404155"/>
                </a:solidFill>
                <a:latin typeface="Times New Roman" panose="02020603050405020304" pitchFamily="18" charset="0"/>
                <a:ea typeface="Nobile" pitchFamily="34" charset="-122"/>
                <a:cs typeface="Times New Roman" panose="02020603050405020304" pitchFamily="18" charset="0"/>
              </a:rPr>
              <a:t>trình</a:t>
            </a:r>
            <a:r>
              <a:rPr lang="en-US" dirty="0">
                <a:solidFill>
                  <a:srgbClr val="404155"/>
                </a:solidFill>
                <a:latin typeface="Times New Roman" panose="02020603050405020304" pitchFamily="18" charset="0"/>
                <a:ea typeface="Nobile" pitchFamily="34" charset="-122"/>
                <a:cs typeface="Times New Roman" panose="02020603050405020304" pitchFamily="18" charset="0"/>
              </a:rPr>
              <a:t> end-to-end </a:t>
            </a:r>
            <a:r>
              <a:rPr lang="en-US" dirty="0" err="1">
                <a:solidFill>
                  <a:srgbClr val="404155"/>
                </a:solidFill>
                <a:latin typeface="Times New Roman" panose="02020603050405020304" pitchFamily="18" charset="0"/>
                <a:ea typeface="Nobile" pitchFamily="34" charset="-122"/>
                <a:cs typeface="Times New Roman" panose="02020603050405020304" pitchFamily="18" charset="0"/>
              </a:rPr>
              <a:t>từ</a:t>
            </a:r>
            <a:r>
              <a:rPr lang="en-US" dirty="0">
                <a:solidFill>
                  <a:srgbClr val="404155"/>
                </a:solidFill>
                <a:latin typeface="Times New Roman" panose="02020603050405020304" pitchFamily="18" charset="0"/>
                <a:ea typeface="Nobile" pitchFamily="34" charset="-122"/>
                <a:cs typeface="Times New Roman" panose="02020603050405020304" pitchFamily="18" charset="0"/>
              </a:rPr>
              <a:t> </a:t>
            </a:r>
            <a:r>
              <a:rPr lang="en-US" dirty="0" err="1">
                <a:solidFill>
                  <a:srgbClr val="404155"/>
                </a:solidFill>
                <a:latin typeface="Times New Roman" panose="02020603050405020304" pitchFamily="18" charset="0"/>
                <a:ea typeface="Nobile" pitchFamily="34" charset="-122"/>
                <a:cs typeface="Times New Roman" panose="02020603050405020304" pitchFamily="18" charset="0"/>
              </a:rPr>
              <a:t>tìm</a:t>
            </a:r>
            <a:r>
              <a:rPr lang="en-US" dirty="0">
                <a:solidFill>
                  <a:srgbClr val="404155"/>
                </a:solidFill>
                <a:latin typeface="Times New Roman" panose="02020603050405020304" pitchFamily="18" charset="0"/>
                <a:ea typeface="Nobile" pitchFamily="34" charset="-122"/>
                <a:cs typeface="Times New Roman" panose="02020603050405020304" pitchFamily="18" charset="0"/>
              </a:rPr>
              <a:t> </a:t>
            </a:r>
            <a:r>
              <a:rPr lang="en-US" dirty="0" err="1">
                <a:solidFill>
                  <a:srgbClr val="404155"/>
                </a:solidFill>
                <a:latin typeface="Times New Roman" panose="02020603050405020304" pitchFamily="18" charset="0"/>
                <a:ea typeface="Nobile" pitchFamily="34" charset="-122"/>
                <a:cs typeface="Times New Roman" panose="02020603050405020304" pitchFamily="18" charset="0"/>
              </a:rPr>
              <a:t>kiếm</a:t>
            </a:r>
            <a:r>
              <a:rPr lang="en-US" dirty="0">
                <a:solidFill>
                  <a:srgbClr val="404155"/>
                </a:solidFill>
                <a:latin typeface="Times New Roman" panose="02020603050405020304" pitchFamily="18" charset="0"/>
                <a:ea typeface="Nobile" pitchFamily="34" charset="-122"/>
                <a:cs typeface="Times New Roman" panose="02020603050405020304" pitchFamily="18" charset="0"/>
              </a:rPr>
              <a:t> → </a:t>
            </a:r>
            <a:r>
              <a:rPr lang="en-US" dirty="0" err="1">
                <a:solidFill>
                  <a:srgbClr val="404155"/>
                </a:solidFill>
                <a:latin typeface="Times New Roman" panose="02020603050405020304" pitchFamily="18" charset="0"/>
                <a:ea typeface="Nobile" pitchFamily="34" charset="-122"/>
                <a:cs typeface="Times New Roman" panose="02020603050405020304" pitchFamily="18" charset="0"/>
              </a:rPr>
              <a:t>đặt</a:t>
            </a:r>
            <a:r>
              <a:rPr lang="en-US" dirty="0">
                <a:solidFill>
                  <a:srgbClr val="404155"/>
                </a:solidFill>
                <a:latin typeface="Times New Roman" panose="02020603050405020304" pitchFamily="18" charset="0"/>
                <a:ea typeface="Nobile" pitchFamily="34" charset="-122"/>
                <a:cs typeface="Times New Roman" panose="02020603050405020304" pitchFamily="18" charset="0"/>
              </a:rPr>
              <a:t> </a:t>
            </a:r>
            <a:r>
              <a:rPr lang="en-US" dirty="0" err="1">
                <a:solidFill>
                  <a:srgbClr val="404155"/>
                </a:solidFill>
                <a:latin typeface="Times New Roman" panose="02020603050405020304" pitchFamily="18" charset="0"/>
                <a:ea typeface="Nobile" pitchFamily="34" charset="-122"/>
                <a:cs typeface="Times New Roman" panose="02020603050405020304" pitchFamily="18" charset="0"/>
              </a:rPr>
              <a:t>hàng</a:t>
            </a:r>
            <a:r>
              <a:rPr lang="en-US" dirty="0">
                <a:solidFill>
                  <a:srgbClr val="404155"/>
                </a:solidFill>
                <a:latin typeface="Times New Roman" panose="02020603050405020304" pitchFamily="18" charset="0"/>
                <a:ea typeface="Nobile" pitchFamily="34" charset="-122"/>
                <a:cs typeface="Times New Roman" panose="02020603050405020304" pitchFamily="18" charset="0"/>
              </a:rPr>
              <a:t> → </a:t>
            </a:r>
            <a:r>
              <a:rPr lang="en-US" dirty="0" err="1">
                <a:solidFill>
                  <a:srgbClr val="404155"/>
                </a:solidFill>
                <a:latin typeface="Times New Roman" panose="02020603050405020304" pitchFamily="18" charset="0"/>
                <a:ea typeface="Nobile" pitchFamily="34" charset="-122"/>
                <a:cs typeface="Times New Roman" panose="02020603050405020304" pitchFamily="18" charset="0"/>
              </a:rPr>
              <a:t>xác</a:t>
            </a:r>
            <a:r>
              <a:rPr lang="en-US" dirty="0">
                <a:solidFill>
                  <a:srgbClr val="404155"/>
                </a:solidFill>
                <a:latin typeface="Times New Roman" panose="02020603050405020304" pitchFamily="18" charset="0"/>
                <a:ea typeface="Nobile" pitchFamily="34" charset="-122"/>
                <a:cs typeface="Times New Roman" panose="02020603050405020304" pitchFamily="18" charset="0"/>
              </a:rPr>
              <a:t> </a:t>
            </a:r>
            <a:r>
              <a:rPr lang="en-US" dirty="0" err="1">
                <a:solidFill>
                  <a:srgbClr val="404155"/>
                </a:solidFill>
                <a:latin typeface="Times New Roman" panose="02020603050405020304" pitchFamily="18" charset="0"/>
                <a:ea typeface="Nobile" pitchFamily="34" charset="-122"/>
                <a:cs typeface="Times New Roman" panose="02020603050405020304" pitchFamily="18" charset="0"/>
              </a:rPr>
              <a:t>nhận</a:t>
            </a:r>
            <a:r>
              <a:rPr lang="en-US" dirty="0">
                <a:solidFill>
                  <a:srgbClr val="404155"/>
                </a:solidFill>
                <a:latin typeface="Times New Roman" panose="02020603050405020304" pitchFamily="18" charset="0"/>
                <a:ea typeface="Nobile" pitchFamily="34" charset="-122"/>
                <a:cs typeface="Times New Roman" panose="02020603050405020304" pitchFamily="18" charset="0"/>
              </a:rPr>
              <a:t> → </a:t>
            </a:r>
            <a:r>
              <a:rPr lang="en-US" dirty="0" err="1">
                <a:solidFill>
                  <a:srgbClr val="404155"/>
                </a:solidFill>
                <a:latin typeface="Times New Roman" panose="02020603050405020304" pitchFamily="18" charset="0"/>
                <a:ea typeface="Nobile" pitchFamily="34" charset="-122"/>
                <a:cs typeface="Times New Roman" panose="02020603050405020304" pitchFamily="18" charset="0"/>
              </a:rPr>
              <a:t>giao</a:t>
            </a:r>
            <a:r>
              <a:rPr lang="en-US" dirty="0">
                <a:solidFill>
                  <a:srgbClr val="404155"/>
                </a:solidFill>
                <a:latin typeface="Times New Roman" panose="02020603050405020304" pitchFamily="18" charset="0"/>
                <a:ea typeface="Nobile" pitchFamily="34" charset="-122"/>
                <a:cs typeface="Times New Roman" panose="02020603050405020304" pitchFamily="18" charset="0"/>
              </a:rPr>
              <a:t> </a:t>
            </a:r>
            <a:r>
              <a:rPr lang="en-US" dirty="0" err="1">
                <a:solidFill>
                  <a:srgbClr val="404155"/>
                </a:solidFill>
                <a:latin typeface="Times New Roman" panose="02020603050405020304" pitchFamily="18" charset="0"/>
                <a:ea typeface="Nobile" pitchFamily="34" charset="-122"/>
                <a:cs typeface="Times New Roman" panose="02020603050405020304" pitchFamily="18" charset="0"/>
              </a:rPr>
              <a:t>hàng</a:t>
            </a:r>
            <a:r>
              <a:rPr lang="en-US" dirty="0">
                <a:solidFill>
                  <a:srgbClr val="404155"/>
                </a:solidFill>
                <a:latin typeface="Times New Roman" panose="02020603050405020304" pitchFamily="18" charset="0"/>
                <a:ea typeface="Nobile" pitchFamily="34" charset="-122"/>
                <a:cs typeface="Times New Roman" panose="02020603050405020304" pitchFamily="18" charset="0"/>
              </a:rPr>
              <a:t> → </a:t>
            </a:r>
            <a:r>
              <a:rPr lang="en-US" dirty="0" err="1">
                <a:solidFill>
                  <a:srgbClr val="404155"/>
                </a:solidFill>
                <a:latin typeface="Times New Roman" panose="02020603050405020304" pitchFamily="18" charset="0"/>
                <a:ea typeface="Nobile" pitchFamily="34" charset="-122"/>
                <a:cs typeface="Times New Roman" panose="02020603050405020304" pitchFamily="18" charset="0"/>
              </a:rPr>
              <a:t>hoàn</a:t>
            </a:r>
            <a:r>
              <a:rPr lang="en-US" dirty="0">
                <a:solidFill>
                  <a:srgbClr val="404155"/>
                </a:solidFill>
                <a:latin typeface="Times New Roman" panose="02020603050405020304" pitchFamily="18" charset="0"/>
                <a:ea typeface="Nobile" pitchFamily="34" charset="-122"/>
                <a:cs typeface="Times New Roman" panose="02020603050405020304" pitchFamily="18" charset="0"/>
              </a:rPr>
              <a:t> </a:t>
            </a:r>
            <a:r>
              <a:rPr lang="en-US" dirty="0" err="1">
                <a:solidFill>
                  <a:srgbClr val="404155"/>
                </a:solidFill>
                <a:latin typeface="Times New Roman" panose="02020603050405020304" pitchFamily="18" charset="0"/>
                <a:ea typeface="Nobile" pitchFamily="34" charset="-122"/>
                <a:cs typeface="Times New Roman" panose="02020603050405020304" pitchFamily="18" charset="0"/>
              </a:rPr>
              <a:t>thành</a:t>
            </a:r>
            <a:r>
              <a:rPr lang="en-US" dirty="0">
                <a:solidFill>
                  <a:srgbClr val="404155"/>
                </a:solidFill>
                <a:latin typeface="Times New Roman" panose="02020603050405020304" pitchFamily="18" charset="0"/>
                <a:ea typeface="Nobile" pitchFamily="34" charset="-122"/>
                <a:cs typeface="Times New Roman" panose="02020603050405020304" pitchFamily="18" charset="0"/>
              </a:rPr>
              <a:t>.</a:t>
            </a:r>
            <a:endParaRPr lang="en-US" dirty="0">
              <a:latin typeface="Times New Roman" panose="02020603050405020304" pitchFamily="18" charset="0"/>
              <a:cs typeface="Times New Roman" panose="02020603050405020304" pitchFamily="18" charset="0"/>
            </a:endParaRPr>
          </a:p>
          <a:p>
            <a:endParaRPr lang="en-VN" dirty="0"/>
          </a:p>
        </p:txBody>
      </p:sp>
      <p:sp>
        <p:nvSpPr>
          <p:cNvPr id="46" name="TextBox 45">
            <a:extLst>
              <a:ext uri="{FF2B5EF4-FFF2-40B4-BE49-F238E27FC236}">
                <a16:creationId xmlns:a16="http://schemas.microsoft.com/office/drawing/2014/main" id="{821C31F6-533F-02F3-8A79-89A66A986E79}"/>
              </a:ext>
            </a:extLst>
          </p:cNvPr>
          <p:cNvSpPr txBox="1"/>
          <p:nvPr/>
        </p:nvSpPr>
        <p:spPr>
          <a:xfrm>
            <a:off x="1055887" y="5557206"/>
            <a:ext cx="7086600" cy="1719894"/>
          </a:xfrm>
          <a:prstGeom prst="rect">
            <a:avLst/>
          </a:prstGeom>
          <a:noFill/>
        </p:spPr>
        <p:txBody>
          <a:bodyPr wrap="square" rtlCol="0">
            <a:spAutoFit/>
          </a:bodyPr>
          <a:lstStyle/>
          <a:p>
            <a:r>
              <a:rPr lang="en-US" sz="2800" b="1" dirty="0" err="1">
                <a:solidFill>
                  <a:schemeClr val="tx2"/>
                </a:solidFill>
                <a:latin typeface="Times New Roman" panose="02020603050405020304" pitchFamily="18" charset="0"/>
                <a:ea typeface="Alexandria" pitchFamily="34" charset="-122"/>
                <a:cs typeface="Times New Roman" panose="02020603050405020304" pitchFamily="18" charset="0"/>
              </a:rPr>
              <a:t>Các</a:t>
            </a:r>
            <a:r>
              <a:rPr lang="en-US" sz="2800" b="1" dirty="0">
                <a:solidFill>
                  <a:schemeClr val="tx2"/>
                </a:solidFill>
                <a:latin typeface="Times New Roman" panose="02020603050405020304" pitchFamily="18" charset="0"/>
                <a:ea typeface="Alexandria" pitchFamily="34" charset="-122"/>
                <a:cs typeface="Times New Roman" panose="02020603050405020304" pitchFamily="18" charset="0"/>
              </a:rPr>
              <a:t> </a:t>
            </a:r>
            <a:r>
              <a:rPr lang="en-US" sz="2800" b="1" dirty="0" err="1">
                <a:solidFill>
                  <a:schemeClr val="tx2"/>
                </a:solidFill>
                <a:latin typeface="Times New Roman" panose="02020603050405020304" pitchFamily="18" charset="0"/>
                <a:ea typeface="Alexandria" pitchFamily="34" charset="-122"/>
                <a:cs typeface="Times New Roman" panose="02020603050405020304" pitchFamily="18" charset="0"/>
              </a:rPr>
              <a:t>bảng</a:t>
            </a:r>
            <a:r>
              <a:rPr lang="en-US" sz="2800" b="1" dirty="0">
                <a:solidFill>
                  <a:schemeClr val="tx2"/>
                </a:solidFill>
                <a:latin typeface="Times New Roman" panose="02020603050405020304" pitchFamily="18" charset="0"/>
                <a:ea typeface="Alexandria" pitchFamily="34" charset="-122"/>
                <a:cs typeface="Times New Roman" panose="02020603050405020304" pitchFamily="18" charset="0"/>
              </a:rPr>
              <a:t> </a:t>
            </a:r>
            <a:r>
              <a:rPr lang="en-US" sz="2800" b="1" dirty="0" err="1">
                <a:solidFill>
                  <a:schemeClr val="tx2"/>
                </a:solidFill>
                <a:latin typeface="Times New Roman" panose="02020603050405020304" pitchFamily="18" charset="0"/>
                <a:ea typeface="Alexandria" pitchFamily="34" charset="-122"/>
                <a:cs typeface="Times New Roman" panose="02020603050405020304" pitchFamily="18" charset="0"/>
              </a:rPr>
              <a:t>chính</a:t>
            </a:r>
            <a:r>
              <a:rPr lang="en-US" sz="2800" b="1" dirty="0">
                <a:solidFill>
                  <a:schemeClr val="tx2"/>
                </a:solidFill>
                <a:latin typeface="Times New Roman" panose="02020603050405020304" pitchFamily="18" charset="0"/>
                <a:ea typeface="Alexandria" pitchFamily="34" charset="-122"/>
                <a:cs typeface="Times New Roman" panose="02020603050405020304" pitchFamily="18" charset="0"/>
              </a:rPr>
              <a:t> </a:t>
            </a:r>
            <a:r>
              <a:rPr lang="en-US" sz="2800" b="1" dirty="0" err="1">
                <a:solidFill>
                  <a:schemeClr val="tx2"/>
                </a:solidFill>
                <a:latin typeface="Times New Roman" panose="02020603050405020304" pitchFamily="18" charset="0"/>
                <a:ea typeface="Alexandria" pitchFamily="34" charset="-122"/>
                <a:cs typeface="Times New Roman" panose="02020603050405020304" pitchFamily="18" charset="0"/>
              </a:rPr>
              <a:t>trong</a:t>
            </a:r>
            <a:r>
              <a:rPr lang="en-US" sz="2800" b="1" dirty="0">
                <a:solidFill>
                  <a:schemeClr val="tx2"/>
                </a:solidFill>
                <a:latin typeface="Times New Roman" panose="02020603050405020304" pitchFamily="18" charset="0"/>
                <a:ea typeface="Alexandria" pitchFamily="34" charset="-122"/>
                <a:cs typeface="Times New Roman" panose="02020603050405020304" pitchFamily="18" charset="0"/>
              </a:rPr>
              <a:t> </a:t>
            </a:r>
            <a:r>
              <a:rPr lang="en-US" sz="2800" b="1" dirty="0" err="1">
                <a:solidFill>
                  <a:schemeClr val="tx2"/>
                </a:solidFill>
                <a:latin typeface="Times New Roman" panose="02020603050405020304" pitchFamily="18" charset="0"/>
                <a:ea typeface="Alexandria" pitchFamily="34" charset="-122"/>
                <a:cs typeface="Times New Roman" panose="02020603050405020304" pitchFamily="18" charset="0"/>
              </a:rPr>
              <a:t>cơ</a:t>
            </a:r>
            <a:r>
              <a:rPr lang="en-US" sz="2800" b="1" dirty="0">
                <a:solidFill>
                  <a:schemeClr val="tx2"/>
                </a:solidFill>
                <a:latin typeface="Times New Roman" panose="02020603050405020304" pitchFamily="18" charset="0"/>
                <a:ea typeface="Alexandria" pitchFamily="34" charset="-122"/>
                <a:cs typeface="Times New Roman" panose="02020603050405020304" pitchFamily="18" charset="0"/>
              </a:rPr>
              <a:t> </a:t>
            </a:r>
            <a:r>
              <a:rPr lang="en-US" sz="2800" b="1" dirty="0" err="1">
                <a:solidFill>
                  <a:schemeClr val="tx2"/>
                </a:solidFill>
                <a:latin typeface="Times New Roman" panose="02020603050405020304" pitchFamily="18" charset="0"/>
                <a:ea typeface="Alexandria" pitchFamily="34" charset="-122"/>
                <a:cs typeface="Times New Roman" panose="02020603050405020304" pitchFamily="18" charset="0"/>
              </a:rPr>
              <a:t>sở</a:t>
            </a:r>
            <a:r>
              <a:rPr lang="en-US" sz="2800" b="1" dirty="0">
                <a:solidFill>
                  <a:schemeClr val="tx2"/>
                </a:solidFill>
                <a:latin typeface="Times New Roman" panose="02020603050405020304" pitchFamily="18" charset="0"/>
                <a:ea typeface="Alexandria" pitchFamily="34" charset="-122"/>
                <a:cs typeface="Times New Roman" panose="02020603050405020304" pitchFamily="18" charset="0"/>
              </a:rPr>
              <a:t> </a:t>
            </a:r>
            <a:r>
              <a:rPr lang="en-US" sz="2800" b="1" dirty="0" err="1">
                <a:solidFill>
                  <a:schemeClr val="tx2"/>
                </a:solidFill>
                <a:latin typeface="Times New Roman" panose="02020603050405020304" pitchFamily="18" charset="0"/>
                <a:ea typeface="Alexandria" pitchFamily="34" charset="-122"/>
                <a:cs typeface="Times New Roman" panose="02020603050405020304" pitchFamily="18" charset="0"/>
              </a:rPr>
              <a:t>dữ</a:t>
            </a:r>
            <a:r>
              <a:rPr lang="en-US" sz="2800" b="1" dirty="0">
                <a:solidFill>
                  <a:schemeClr val="tx2"/>
                </a:solidFill>
                <a:latin typeface="Times New Roman" panose="02020603050405020304" pitchFamily="18" charset="0"/>
                <a:ea typeface="Alexandria" pitchFamily="34" charset="-122"/>
                <a:cs typeface="Times New Roman" panose="02020603050405020304" pitchFamily="18" charset="0"/>
              </a:rPr>
              <a:t> </a:t>
            </a:r>
            <a:r>
              <a:rPr lang="en-US" sz="2800" b="1" dirty="0" err="1">
                <a:solidFill>
                  <a:schemeClr val="tx2"/>
                </a:solidFill>
                <a:latin typeface="Times New Roman" panose="02020603050405020304" pitchFamily="18" charset="0"/>
                <a:ea typeface="Alexandria" pitchFamily="34" charset="-122"/>
                <a:cs typeface="Times New Roman" panose="02020603050405020304" pitchFamily="18" charset="0"/>
              </a:rPr>
              <a:t>liệu</a:t>
            </a:r>
            <a:r>
              <a:rPr lang="en-US" sz="2800" b="1" dirty="0">
                <a:solidFill>
                  <a:schemeClr val="tx2"/>
                </a:solidFill>
                <a:latin typeface="Times New Roman" panose="02020603050405020304" pitchFamily="18" charset="0"/>
                <a:ea typeface="Alexandria" pitchFamily="34" charset="-122"/>
                <a:cs typeface="Times New Roman" panose="02020603050405020304" pitchFamily="18" charset="0"/>
              </a:rPr>
              <a:t>:</a:t>
            </a:r>
          </a:p>
          <a:p>
            <a:pPr marL="571500" indent="-571500">
              <a:lnSpc>
                <a:spcPct val="150000"/>
              </a:lnSpc>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User, Restaurant, Shipper.</a:t>
            </a:r>
          </a:p>
          <a:p>
            <a:pPr marL="571500" indent="-571500">
              <a:lnSpc>
                <a:spcPct val="150000"/>
              </a:lnSpc>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Foods, Categories.</a:t>
            </a:r>
          </a:p>
          <a:p>
            <a:pPr marL="571500" indent="-571500">
              <a:lnSpc>
                <a:spcPct val="150000"/>
              </a:lnSpc>
              <a:buFont typeface="Arial" panose="020B0604020202020204" pitchFamily="34" charset="0"/>
              <a:buChar char="•"/>
            </a:pPr>
            <a:r>
              <a:rPr lang="en-US" dirty="0" err="1">
                <a:latin typeface="Times New Roman" panose="02020603050405020304" pitchFamily="18" charset="0"/>
                <a:cs typeface="Times New Roman" panose="02020603050405020304" pitchFamily="18" charset="0"/>
              </a:rPr>
              <a:t>Food_Option_Group</a:t>
            </a:r>
            <a:r>
              <a:rPr lang="en-US" dirty="0">
                <a:latin typeface="Times New Roman" panose="02020603050405020304" pitchFamily="18" charset="0"/>
                <a:cs typeface="Times New Roman" panose="02020603050405020304" pitchFamily="18" charset="0"/>
              </a:rPr>
              <a:t>, </a:t>
            </a:r>
            <a:r>
              <a:rPr lang="en-US" dirty="0" err="1">
                <a:latin typeface="Times New Roman" panose="02020603050405020304" pitchFamily="18" charset="0"/>
                <a:cs typeface="Times New Roman" panose="02020603050405020304" pitchFamily="18" charset="0"/>
              </a:rPr>
              <a:t>Food_Option</a:t>
            </a:r>
            <a:r>
              <a:rPr lang="en-US" dirty="0">
                <a:latin typeface="Times New Roman" panose="02020603050405020304" pitchFamily="18" charset="0"/>
                <a:cs typeface="Times New Roman" panose="02020603050405020304" pitchFamily="18" charset="0"/>
              </a:rPr>
              <a:t>.</a:t>
            </a:r>
          </a:p>
        </p:txBody>
      </p:sp>
      <p:sp>
        <p:nvSpPr>
          <p:cNvPr id="47" name="TextBox 46">
            <a:extLst>
              <a:ext uri="{FF2B5EF4-FFF2-40B4-BE49-F238E27FC236}">
                <a16:creationId xmlns:a16="http://schemas.microsoft.com/office/drawing/2014/main" id="{A4BDAE40-827D-0B9A-50A4-5897274912DF}"/>
              </a:ext>
            </a:extLst>
          </p:cNvPr>
          <p:cNvSpPr txBox="1"/>
          <p:nvPr/>
        </p:nvSpPr>
        <p:spPr>
          <a:xfrm>
            <a:off x="5393460" y="6008294"/>
            <a:ext cx="3429000" cy="1219200"/>
          </a:xfrm>
          <a:prstGeom prst="rect">
            <a:avLst/>
          </a:prstGeom>
          <a:noFill/>
        </p:spPr>
        <p:txBody>
          <a:bodyPr wrap="square" rtlCol="0">
            <a:spAutoFit/>
          </a:bodyPr>
          <a:lstStyle/>
          <a:p>
            <a:pPr marL="571500" indent="-571500">
              <a:lnSpc>
                <a:spcPct val="150000"/>
              </a:lnSpc>
              <a:buFont typeface="Arial" panose="020B0604020202020204" pitchFamily="34" charset="0"/>
              <a:buChar char="•"/>
            </a:pPr>
            <a:r>
              <a:rPr lang="en-US" dirty="0" err="1">
                <a:latin typeface="Times New Roman" panose="02020603050405020304" pitchFamily="18" charset="0"/>
                <a:cs typeface="Times New Roman" panose="02020603050405020304" pitchFamily="18" charset="0"/>
              </a:rPr>
              <a:t>CartItem</a:t>
            </a:r>
            <a:r>
              <a:rPr lang="en-US" dirty="0">
                <a:latin typeface="Times New Roman" panose="02020603050405020304" pitchFamily="18" charset="0"/>
                <a:cs typeface="Times New Roman" panose="02020603050405020304" pitchFamily="18" charset="0"/>
              </a:rPr>
              <a:t>, Favorite.</a:t>
            </a:r>
          </a:p>
          <a:p>
            <a:pPr marL="571500" indent="-571500">
              <a:lnSpc>
                <a:spcPct val="150000"/>
              </a:lnSpc>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Order, </a:t>
            </a:r>
            <a:r>
              <a:rPr lang="en-US" dirty="0" err="1">
                <a:latin typeface="Times New Roman" panose="02020603050405020304" pitchFamily="18" charset="0"/>
                <a:cs typeface="Times New Roman" panose="02020603050405020304" pitchFamily="18" charset="0"/>
              </a:rPr>
              <a:t>Order_Item</a:t>
            </a:r>
            <a:r>
              <a:rPr lang="en-US" dirty="0">
                <a:latin typeface="Times New Roman" panose="02020603050405020304" pitchFamily="18" charset="0"/>
                <a:cs typeface="Times New Roman" panose="02020603050405020304" pitchFamily="18" charset="0"/>
              </a:rPr>
              <a:t>.</a:t>
            </a:r>
          </a:p>
          <a:p>
            <a:endParaRPr lang="en-VN" dirty="0"/>
          </a:p>
        </p:txBody>
      </p:sp>
    </p:spTree>
    <p:extLst>
      <p:ext uri="{BB962C8B-B14F-4D97-AF65-F5344CB8AC3E}">
        <p14:creationId xmlns:p14="http://schemas.microsoft.com/office/powerpoint/2010/main" val="17508188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a:stretch>
          </a:blipFill>
        </p:spPr>
        <p:txBody>
          <a:bodyPr/>
          <a:lstStyle/>
          <a:p>
            <a:endParaRPr lang="vi-VN"/>
          </a:p>
        </p:txBody>
      </p:sp>
      <p:grpSp>
        <p:nvGrpSpPr>
          <p:cNvPr id="3" name="Group 3"/>
          <p:cNvGrpSpPr/>
          <p:nvPr/>
        </p:nvGrpSpPr>
        <p:grpSpPr>
          <a:xfrm>
            <a:off x="3670135" y="3390900"/>
            <a:ext cx="1028643" cy="1057244"/>
            <a:chOff x="0" y="0"/>
            <a:chExt cx="1371524" cy="1409658"/>
          </a:xfrm>
        </p:grpSpPr>
        <p:sp>
          <p:nvSpPr>
            <p:cNvPr id="4" name="Freeform 4"/>
            <p:cNvSpPr/>
            <p:nvPr/>
          </p:nvSpPr>
          <p:spPr>
            <a:xfrm>
              <a:off x="0" y="0"/>
              <a:ext cx="1371600" cy="1409700"/>
            </a:xfrm>
            <a:custGeom>
              <a:avLst/>
              <a:gdLst/>
              <a:ahLst/>
              <a:cxnLst/>
              <a:rect l="l" t="t" r="r" b="b"/>
              <a:pathLst>
                <a:path w="1371600" h="1409700">
                  <a:moveTo>
                    <a:pt x="0" y="704850"/>
                  </a:moveTo>
                  <a:cubicBezTo>
                    <a:pt x="0" y="315595"/>
                    <a:pt x="307086" y="0"/>
                    <a:pt x="685800" y="0"/>
                  </a:cubicBezTo>
                  <a:cubicBezTo>
                    <a:pt x="1064514" y="0"/>
                    <a:pt x="1371600" y="315595"/>
                    <a:pt x="1371600" y="704850"/>
                  </a:cubicBezTo>
                  <a:cubicBezTo>
                    <a:pt x="1371600" y="1094105"/>
                    <a:pt x="1064514" y="1409700"/>
                    <a:pt x="685800" y="1409700"/>
                  </a:cubicBezTo>
                  <a:cubicBezTo>
                    <a:pt x="307086" y="1409700"/>
                    <a:pt x="0" y="1094105"/>
                    <a:pt x="0" y="704850"/>
                  </a:cubicBezTo>
                  <a:close/>
                </a:path>
              </a:pathLst>
            </a:custGeom>
            <a:solidFill>
              <a:srgbClr val="FCB618"/>
            </a:solidFill>
            <a:ln w="12700">
              <a:solidFill>
                <a:schemeClr val="bg1"/>
              </a:solidFill>
            </a:ln>
          </p:spPr>
          <p:txBody>
            <a:bodyPr/>
            <a:lstStyle/>
            <a:p>
              <a:endParaRPr lang="vi-VN"/>
            </a:p>
          </p:txBody>
        </p:sp>
        <p:sp>
          <p:nvSpPr>
            <p:cNvPr id="5" name="TextBox 5"/>
            <p:cNvSpPr txBox="1"/>
            <p:nvPr/>
          </p:nvSpPr>
          <p:spPr>
            <a:xfrm>
              <a:off x="0" y="-19050"/>
              <a:ext cx="1371524" cy="1428708"/>
            </a:xfrm>
            <a:prstGeom prst="rect">
              <a:avLst/>
            </a:prstGeom>
            <a:ln>
              <a:solidFill>
                <a:schemeClr val="bg1"/>
              </a:solidFill>
            </a:ln>
          </p:spPr>
          <p:txBody>
            <a:bodyPr lIns="50800" tIns="50800" rIns="50800" bIns="50800" rtlCol="0" anchor="ctr"/>
            <a:lstStyle/>
            <a:p>
              <a:pPr algn="ctr">
                <a:lnSpc>
                  <a:spcPts val="8640"/>
                </a:lnSpc>
              </a:pPr>
              <a:r>
                <a:rPr lang="en-US" sz="7200" b="1" dirty="0">
                  <a:solidFill>
                    <a:srgbClr val="FFFFFF"/>
                  </a:solidFill>
                  <a:latin typeface="Cambria" panose="02040503050406030204" pitchFamily="18" charset="0"/>
                  <a:ea typeface="Cambria" panose="02040503050406030204" pitchFamily="18" charset="0"/>
                  <a:cs typeface="Cambria Bold"/>
                  <a:sym typeface="Cambria Bold"/>
                </a:rPr>
                <a:t>2</a:t>
              </a:r>
            </a:p>
          </p:txBody>
        </p:sp>
      </p:grpSp>
      <p:sp>
        <p:nvSpPr>
          <p:cNvPr id="6" name="TextBox 6"/>
          <p:cNvSpPr txBox="1"/>
          <p:nvPr/>
        </p:nvSpPr>
        <p:spPr>
          <a:xfrm>
            <a:off x="1785821" y="4869469"/>
            <a:ext cx="6062779" cy="1106585"/>
          </a:xfrm>
          <a:prstGeom prst="rect">
            <a:avLst/>
          </a:prstGeom>
        </p:spPr>
        <p:txBody>
          <a:bodyPr wrap="square" lIns="0" tIns="0" rIns="0" bIns="0" rtlCol="0" anchor="t">
            <a:spAutoFit/>
          </a:bodyPr>
          <a:lstStyle/>
          <a:p>
            <a:pPr>
              <a:lnSpc>
                <a:spcPct val="120000"/>
              </a:lnSpc>
            </a:pPr>
            <a:r>
              <a:rPr lang="en-US" sz="6600" dirty="0" err="1">
                <a:solidFill>
                  <a:srgbClr val="16458C"/>
                </a:solidFill>
                <a:latin typeface="Cambria" panose="02040503050406030204" pitchFamily="18" charset="0"/>
                <a:ea typeface="Cambria" panose="02040503050406030204" pitchFamily="18" charset="0"/>
                <a:cs typeface="Cambria"/>
                <a:sym typeface="Cambria"/>
              </a:rPr>
              <a:t>Thực</a:t>
            </a:r>
            <a:r>
              <a:rPr lang="en-US" sz="6600" dirty="0">
                <a:solidFill>
                  <a:srgbClr val="16458C"/>
                </a:solidFill>
                <a:latin typeface="Cambria" panose="02040503050406030204" pitchFamily="18" charset="0"/>
                <a:ea typeface="Cambria" panose="02040503050406030204" pitchFamily="18" charset="0"/>
                <a:cs typeface="Cambria"/>
                <a:sym typeface="Cambria"/>
              </a:rPr>
              <a:t> </a:t>
            </a:r>
            <a:r>
              <a:rPr lang="en-US" sz="6600" dirty="0" err="1">
                <a:solidFill>
                  <a:srgbClr val="16458C"/>
                </a:solidFill>
                <a:latin typeface="Cambria" panose="02040503050406030204" pitchFamily="18" charset="0"/>
                <a:ea typeface="Cambria" panose="02040503050406030204" pitchFamily="18" charset="0"/>
                <a:cs typeface="Cambria"/>
                <a:sym typeface="Cambria"/>
              </a:rPr>
              <a:t>nghiệm</a:t>
            </a:r>
            <a:endParaRPr lang="en-US" sz="6600" dirty="0">
              <a:solidFill>
                <a:srgbClr val="16458C"/>
              </a:solidFill>
              <a:latin typeface="Cambria" panose="02040503050406030204" pitchFamily="18" charset="0"/>
              <a:ea typeface="Cambria" panose="02040503050406030204" pitchFamily="18" charset="0"/>
              <a:cs typeface="Cambria"/>
              <a:sym typeface="Cambria"/>
            </a:endParaRPr>
          </a:p>
        </p:txBody>
      </p:sp>
      <p:grpSp>
        <p:nvGrpSpPr>
          <p:cNvPr id="16" name="Group 15">
            <a:extLst>
              <a:ext uri="{FF2B5EF4-FFF2-40B4-BE49-F238E27FC236}">
                <a16:creationId xmlns:a16="http://schemas.microsoft.com/office/drawing/2014/main" id="{7414A195-912B-588C-144A-320FF0B1928B}"/>
              </a:ext>
            </a:extLst>
          </p:cNvPr>
          <p:cNvGrpSpPr/>
          <p:nvPr/>
        </p:nvGrpSpPr>
        <p:grpSpPr>
          <a:xfrm>
            <a:off x="8388492" y="3034194"/>
            <a:ext cx="12185508" cy="1196418"/>
            <a:chOff x="8252935" y="2950586"/>
            <a:chExt cx="12185508" cy="1196418"/>
          </a:xfrm>
        </p:grpSpPr>
        <p:sp>
          <p:nvSpPr>
            <p:cNvPr id="17" name="TextBox 7">
              <a:extLst>
                <a:ext uri="{FF2B5EF4-FFF2-40B4-BE49-F238E27FC236}">
                  <a16:creationId xmlns:a16="http://schemas.microsoft.com/office/drawing/2014/main" id="{09AB5500-DDA0-705F-37C5-935A8284019D}"/>
                </a:ext>
              </a:extLst>
            </p:cNvPr>
            <p:cNvSpPr txBox="1"/>
            <p:nvPr/>
          </p:nvSpPr>
          <p:spPr>
            <a:xfrm>
              <a:off x="8578033" y="2950586"/>
              <a:ext cx="11860410" cy="1196418"/>
            </a:xfrm>
            <a:prstGeom prst="rect">
              <a:avLst/>
            </a:prstGeom>
          </p:spPr>
          <p:txBody>
            <a:bodyPr wrap="square" lIns="0" tIns="0" rIns="0" bIns="0" rtlCol="0" anchor="t">
              <a:spAutoFit/>
            </a:bodyPr>
            <a:lstStyle/>
            <a:p>
              <a:pPr>
                <a:lnSpc>
                  <a:spcPts val="10800"/>
                </a:lnSpc>
              </a:pPr>
              <a:r>
                <a:rPr lang="en-US" sz="4800" dirty="0" err="1">
                  <a:solidFill>
                    <a:srgbClr val="15458C"/>
                  </a:solidFill>
                  <a:latin typeface="Times New Roman" panose="02020603050405020304" pitchFamily="18" charset="0"/>
                  <a:ea typeface="Alexandria" pitchFamily="34" charset="-122"/>
                  <a:cs typeface="Times New Roman" panose="02020603050405020304" pitchFamily="18" charset="0"/>
                </a:rPr>
                <a:t>Phân</a:t>
              </a:r>
              <a:r>
                <a:rPr lang="en-US" sz="4800" dirty="0">
                  <a:solidFill>
                    <a:srgbClr val="15458C"/>
                  </a:solidFill>
                  <a:latin typeface="Times New Roman" panose="02020603050405020304" pitchFamily="18" charset="0"/>
                  <a:ea typeface="Alexandria" pitchFamily="34" charset="-122"/>
                  <a:cs typeface="Times New Roman" panose="02020603050405020304" pitchFamily="18" charset="0"/>
                </a:rPr>
                <a:t> </a:t>
              </a:r>
              <a:r>
                <a:rPr lang="en-US" sz="4800" dirty="0" err="1">
                  <a:solidFill>
                    <a:srgbClr val="15458C"/>
                  </a:solidFill>
                  <a:latin typeface="Times New Roman" panose="02020603050405020304" pitchFamily="18" charset="0"/>
                  <a:ea typeface="Alexandria" pitchFamily="34" charset="-122"/>
                  <a:cs typeface="Times New Roman" panose="02020603050405020304" pitchFamily="18" charset="0"/>
                </a:rPr>
                <a:t>hệ</a:t>
              </a:r>
              <a:r>
                <a:rPr lang="en-US" sz="4800" dirty="0">
                  <a:solidFill>
                    <a:srgbClr val="15458C"/>
                  </a:solidFill>
                  <a:latin typeface="Times New Roman" panose="02020603050405020304" pitchFamily="18" charset="0"/>
                  <a:ea typeface="Alexandria" pitchFamily="34" charset="-122"/>
                  <a:cs typeface="Times New Roman" panose="02020603050405020304" pitchFamily="18" charset="0"/>
                </a:rPr>
                <a:t> </a:t>
              </a:r>
              <a:r>
                <a:rPr lang="en-US" sz="4800" dirty="0" err="1">
                  <a:solidFill>
                    <a:srgbClr val="15458C"/>
                  </a:solidFill>
                  <a:latin typeface="Times New Roman" panose="02020603050405020304" pitchFamily="18" charset="0"/>
                  <a:ea typeface="Alexandria" pitchFamily="34" charset="-122"/>
                  <a:cs typeface="Times New Roman" panose="02020603050405020304" pitchFamily="18" charset="0"/>
                </a:rPr>
                <a:t>người</a:t>
              </a:r>
              <a:r>
                <a:rPr lang="en-US" sz="4800" dirty="0">
                  <a:solidFill>
                    <a:srgbClr val="15458C"/>
                  </a:solidFill>
                  <a:latin typeface="Times New Roman" panose="02020603050405020304" pitchFamily="18" charset="0"/>
                  <a:ea typeface="Alexandria" pitchFamily="34" charset="-122"/>
                  <a:cs typeface="Times New Roman" panose="02020603050405020304" pitchFamily="18" charset="0"/>
                </a:rPr>
                <a:t> </a:t>
              </a:r>
              <a:r>
                <a:rPr lang="en-US" sz="4800" dirty="0" err="1">
                  <a:solidFill>
                    <a:srgbClr val="15458C"/>
                  </a:solidFill>
                  <a:latin typeface="Times New Roman" panose="02020603050405020304" pitchFamily="18" charset="0"/>
                  <a:ea typeface="Alexandria" pitchFamily="34" charset="-122"/>
                  <a:cs typeface="Times New Roman" panose="02020603050405020304" pitchFamily="18" charset="0"/>
                </a:rPr>
                <a:t>dùng</a:t>
              </a:r>
              <a:endParaRPr lang="en-US" sz="4800" dirty="0">
                <a:solidFill>
                  <a:srgbClr val="15458C"/>
                </a:solidFill>
                <a:latin typeface="Times New Roman" panose="02020603050405020304" pitchFamily="18" charset="0"/>
                <a:ea typeface="Cambria" panose="02040503050406030204" pitchFamily="18" charset="0"/>
                <a:cs typeface="Times New Roman" panose="02020603050405020304" pitchFamily="18" charset="0"/>
                <a:sym typeface="Cambria"/>
              </a:endParaRPr>
            </a:p>
          </p:txBody>
        </p:sp>
        <p:cxnSp>
          <p:nvCxnSpPr>
            <p:cNvPr id="18" name="Straight Connector 17">
              <a:extLst>
                <a:ext uri="{FF2B5EF4-FFF2-40B4-BE49-F238E27FC236}">
                  <a16:creationId xmlns:a16="http://schemas.microsoft.com/office/drawing/2014/main" id="{8EBE2FE6-736F-06BC-15FE-3A9BBF50771C}"/>
                </a:ext>
              </a:extLst>
            </p:cNvPr>
            <p:cNvCxnSpPr>
              <a:cxnSpLocks/>
            </p:cNvCxnSpPr>
            <p:nvPr/>
          </p:nvCxnSpPr>
          <p:spPr>
            <a:xfrm>
              <a:off x="8252935" y="3399092"/>
              <a:ext cx="0" cy="677608"/>
            </a:xfrm>
            <a:prstGeom prst="line">
              <a:avLst/>
            </a:prstGeom>
            <a:ln w="76200">
              <a:solidFill>
                <a:srgbClr val="FCB618"/>
              </a:solidFill>
            </a:ln>
          </p:spPr>
          <p:style>
            <a:lnRef idx="2">
              <a:schemeClr val="accent1"/>
            </a:lnRef>
            <a:fillRef idx="0">
              <a:schemeClr val="accent1"/>
            </a:fillRef>
            <a:effectRef idx="1">
              <a:schemeClr val="accent1"/>
            </a:effectRef>
            <a:fontRef idx="minor">
              <a:schemeClr val="tx1"/>
            </a:fontRef>
          </p:style>
        </p:cxnSp>
      </p:grpSp>
      <p:grpSp>
        <p:nvGrpSpPr>
          <p:cNvPr id="19" name="Group 18">
            <a:extLst>
              <a:ext uri="{FF2B5EF4-FFF2-40B4-BE49-F238E27FC236}">
                <a16:creationId xmlns:a16="http://schemas.microsoft.com/office/drawing/2014/main" id="{97D72042-309D-5506-BEB3-F9C579FD74A0}"/>
              </a:ext>
            </a:extLst>
          </p:cNvPr>
          <p:cNvGrpSpPr/>
          <p:nvPr/>
        </p:nvGrpSpPr>
        <p:grpSpPr>
          <a:xfrm>
            <a:off x="8396513" y="4420759"/>
            <a:ext cx="12157434" cy="1196225"/>
            <a:chOff x="8252935" y="2941902"/>
            <a:chExt cx="12157434" cy="1196225"/>
          </a:xfrm>
        </p:grpSpPr>
        <p:sp>
          <p:nvSpPr>
            <p:cNvPr id="20" name="TextBox 7">
              <a:extLst>
                <a:ext uri="{FF2B5EF4-FFF2-40B4-BE49-F238E27FC236}">
                  <a16:creationId xmlns:a16="http://schemas.microsoft.com/office/drawing/2014/main" id="{35C2D16A-B4F1-9644-D8A0-52B994FB2D9C}"/>
                </a:ext>
              </a:extLst>
            </p:cNvPr>
            <p:cNvSpPr txBox="1"/>
            <p:nvPr/>
          </p:nvSpPr>
          <p:spPr>
            <a:xfrm>
              <a:off x="8549959" y="2941902"/>
              <a:ext cx="11860410" cy="1196225"/>
            </a:xfrm>
            <a:prstGeom prst="rect">
              <a:avLst/>
            </a:prstGeom>
          </p:spPr>
          <p:txBody>
            <a:bodyPr wrap="square" lIns="0" tIns="0" rIns="0" bIns="0" rtlCol="0" anchor="t">
              <a:spAutoFit/>
            </a:bodyPr>
            <a:lstStyle/>
            <a:p>
              <a:pPr>
                <a:lnSpc>
                  <a:spcPts val="10800"/>
                </a:lnSpc>
              </a:pPr>
              <a:r>
                <a:rPr lang="en-US" sz="4800" dirty="0" err="1">
                  <a:solidFill>
                    <a:srgbClr val="16458C"/>
                  </a:solidFill>
                  <a:latin typeface="Cambria" panose="02040503050406030204" pitchFamily="18" charset="0"/>
                  <a:ea typeface="Cambria" panose="02040503050406030204" pitchFamily="18" charset="0"/>
                  <a:cs typeface="Cambria"/>
                  <a:sym typeface="Cambria"/>
                </a:rPr>
                <a:t>Phân</a:t>
              </a:r>
              <a:r>
                <a:rPr lang="en-US" sz="4800" dirty="0">
                  <a:solidFill>
                    <a:srgbClr val="16458C"/>
                  </a:solidFill>
                  <a:latin typeface="Cambria" panose="02040503050406030204" pitchFamily="18" charset="0"/>
                  <a:ea typeface="Cambria" panose="02040503050406030204" pitchFamily="18" charset="0"/>
                  <a:cs typeface="Cambria"/>
                  <a:sym typeface="Cambria"/>
                </a:rPr>
                <a:t> </a:t>
              </a:r>
              <a:r>
                <a:rPr lang="en-US" sz="4800" dirty="0" err="1">
                  <a:solidFill>
                    <a:srgbClr val="16458C"/>
                  </a:solidFill>
                  <a:latin typeface="Cambria" panose="02040503050406030204" pitchFamily="18" charset="0"/>
                  <a:ea typeface="Cambria" panose="02040503050406030204" pitchFamily="18" charset="0"/>
                  <a:cs typeface="Cambria"/>
                  <a:sym typeface="Cambria"/>
                </a:rPr>
                <a:t>hệ</a:t>
              </a:r>
              <a:r>
                <a:rPr lang="en-US" sz="4800" dirty="0">
                  <a:solidFill>
                    <a:srgbClr val="16458C"/>
                  </a:solidFill>
                  <a:latin typeface="Cambria" panose="02040503050406030204" pitchFamily="18" charset="0"/>
                  <a:ea typeface="Cambria" panose="02040503050406030204" pitchFamily="18" charset="0"/>
                  <a:cs typeface="Cambria"/>
                  <a:sym typeface="Cambria"/>
                </a:rPr>
                <a:t> </a:t>
              </a:r>
              <a:r>
                <a:rPr lang="en-US" sz="4800" dirty="0" err="1">
                  <a:solidFill>
                    <a:srgbClr val="16458C"/>
                  </a:solidFill>
                  <a:latin typeface="Cambria" panose="02040503050406030204" pitchFamily="18" charset="0"/>
                  <a:ea typeface="Cambria" panose="02040503050406030204" pitchFamily="18" charset="0"/>
                  <a:cs typeface="Cambria"/>
                  <a:sym typeface="Cambria"/>
                </a:rPr>
                <a:t>nhà</a:t>
              </a:r>
              <a:r>
                <a:rPr lang="en-US" sz="4800" dirty="0">
                  <a:solidFill>
                    <a:srgbClr val="16458C"/>
                  </a:solidFill>
                  <a:latin typeface="Cambria" panose="02040503050406030204" pitchFamily="18" charset="0"/>
                  <a:ea typeface="Cambria" panose="02040503050406030204" pitchFamily="18" charset="0"/>
                  <a:cs typeface="Cambria"/>
                  <a:sym typeface="Cambria"/>
                </a:rPr>
                <a:t> </a:t>
              </a:r>
              <a:r>
                <a:rPr lang="en-US" sz="4800" dirty="0" err="1">
                  <a:solidFill>
                    <a:srgbClr val="16458C"/>
                  </a:solidFill>
                  <a:latin typeface="Cambria" panose="02040503050406030204" pitchFamily="18" charset="0"/>
                  <a:ea typeface="Cambria" panose="02040503050406030204" pitchFamily="18" charset="0"/>
                  <a:cs typeface="Cambria"/>
                  <a:sym typeface="Cambria"/>
                </a:rPr>
                <a:t>hàng</a:t>
              </a:r>
              <a:endParaRPr lang="en-US" sz="4800" dirty="0">
                <a:solidFill>
                  <a:srgbClr val="16458C"/>
                </a:solidFill>
                <a:latin typeface="Cambria" panose="02040503050406030204" pitchFamily="18" charset="0"/>
                <a:ea typeface="Cambria" panose="02040503050406030204" pitchFamily="18" charset="0"/>
                <a:cs typeface="Cambria"/>
                <a:sym typeface="Cambria"/>
              </a:endParaRPr>
            </a:p>
          </p:txBody>
        </p:sp>
        <p:cxnSp>
          <p:nvCxnSpPr>
            <p:cNvPr id="21" name="Straight Connector 20">
              <a:extLst>
                <a:ext uri="{FF2B5EF4-FFF2-40B4-BE49-F238E27FC236}">
                  <a16:creationId xmlns:a16="http://schemas.microsoft.com/office/drawing/2014/main" id="{14E7EF64-CA21-981B-CD18-AF6FB5CA719F}"/>
                </a:ext>
              </a:extLst>
            </p:cNvPr>
            <p:cNvCxnSpPr>
              <a:cxnSpLocks/>
            </p:cNvCxnSpPr>
            <p:nvPr/>
          </p:nvCxnSpPr>
          <p:spPr>
            <a:xfrm>
              <a:off x="8252935" y="3399092"/>
              <a:ext cx="0" cy="677608"/>
            </a:xfrm>
            <a:prstGeom prst="line">
              <a:avLst/>
            </a:prstGeom>
            <a:ln w="76200">
              <a:solidFill>
                <a:srgbClr val="FCB618"/>
              </a:solidFill>
            </a:ln>
          </p:spPr>
          <p:style>
            <a:lnRef idx="2">
              <a:schemeClr val="accent1"/>
            </a:lnRef>
            <a:fillRef idx="0">
              <a:schemeClr val="accent1"/>
            </a:fillRef>
            <a:effectRef idx="1">
              <a:schemeClr val="accent1"/>
            </a:effectRef>
            <a:fontRef idx="minor">
              <a:schemeClr val="tx1"/>
            </a:fontRef>
          </p:style>
        </p:cxnSp>
      </p:grpSp>
      <p:grpSp>
        <p:nvGrpSpPr>
          <p:cNvPr id="25" name="Group 24">
            <a:extLst>
              <a:ext uri="{FF2B5EF4-FFF2-40B4-BE49-F238E27FC236}">
                <a16:creationId xmlns:a16="http://schemas.microsoft.com/office/drawing/2014/main" id="{4CF2AA81-AA87-D15E-7EF4-16877C715744}"/>
              </a:ext>
            </a:extLst>
          </p:cNvPr>
          <p:cNvGrpSpPr/>
          <p:nvPr/>
        </p:nvGrpSpPr>
        <p:grpSpPr>
          <a:xfrm>
            <a:off x="8382449" y="5829300"/>
            <a:ext cx="12157434" cy="1196225"/>
            <a:chOff x="8252935" y="2941902"/>
            <a:chExt cx="12157434" cy="1196225"/>
          </a:xfrm>
        </p:grpSpPr>
        <p:sp>
          <p:nvSpPr>
            <p:cNvPr id="26" name="TextBox 7">
              <a:extLst>
                <a:ext uri="{FF2B5EF4-FFF2-40B4-BE49-F238E27FC236}">
                  <a16:creationId xmlns:a16="http://schemas.microsoft.com/office/drawing/2014/main" id="{F4056494-C062-E162-4468-2A3DCEA932F1}"/>
                </a:ext>
              </a:extLst>
            </p:cNvPr>
            <p:cNvSpPr txBox="1"/>
            <p:nvPr/>
          </p:nvSpPr>
          <p:spPr>
            <a:xfrm>
              <a:off x="8549959" y="2941902"/>
              <a:ext cx="11860410" cy="1196225"/>
            </a:xfrm>
            <a:prstGeom prst="rect">
              <a:avLst/>
            </a:prstGeom>
          </p:spPr>
          <p:txBody>
            <a:bodyPr wrap="square" lIns="0" tIns="0" rIns="0" bIns="0" rtlCol="0" anchor="t">
              <a:spAutoFit/>
            </a:bodyPr>
            <a:lstStyle/>
            <a:p>
              <a:pPr>
                <a:lnSpc>
                  <a:spcPts val="10800"/>
                </a:lnSpc>
              </a:pPr>
              <a:r>
                <a:rPr lang="en-US" sz="4800" dirty="0" err="1">
                  <a:solidFill>
                    <a:srgbClr val="16458C"/>
                  </a:solidFill>
                  <a:latin typeface="Cambria" panose="02040503050406030204" pitchFamily="18" charset="0"/>
                  <a:ea typeface="Cambria" panose="02040503050406030204" pitchFamily="18" charset="0"/>
                  <a:cs typeface="Cambria"/>
                  <a:sym typeface="Cambria"/>
                </a:rPr>
                <a:t>Phân</a:t>
              </a:r>
              <a:r>
                <a:rPr lang="en-US" sz="4800" dirty="0">
                  <a:solidFill>
                    <a:srgbClr val="16458C"/>
                  </a:solidFill>
                  <a:latin typeface="Cambria" panose="02040503050406030204" pitchFamily="18" charset="0"/>
                  <a:ea typeface="Cambria" panose="02040503050406030204" pitchFamily="18" charset="0"/>
                  <a:cs typeface="Cambria"/>
                  <a:sym typeface="Cambria"/>
                </a:rPr>
                <a:t> </a:t>
              </a:r>
              <a:r>
                <a:rPr lang="en-US" sz="4800" dirty="0" err="1">
                  <a:solidFill>
                    <a:srgbClr val="16458C"/>
                  </a:solidFill>
                  <a:latin typeface="Cambria" panose="02040503050406030204" pitchFamily="18" charset="0"/>
                  <a:ea typeface="Cambria" panose="02040503050406030204" pitchFamily="18" charset="0"/>
                  <a:cs typeface="Cambria"/>
                  <a:sym typeface="Cambria"/>
                </a:rPr>
                <a:t>hệ</a:t>
              </a:r>
              <a:r>
                <a:rPr lang="en-US" sz="4800" dirty="0">
                  <a:solidFill>
                    <a:srgbClr val="16458C"/>
                  </a:solidFill>
                  <a:latin typeface="Cambria" panose="02040503050406030204" pitchFamily="18" charset="0"/>
                  <a:ea typeface="Cambria" panose="02040503050406030204" pitchFamily="18" charset="0"/>
                  <a:cs typeface="Cambria"/>
                  <a:sym typeface="Cambria"/>
                </a:rPr>
                <a:t> </a:t>
              </a:r>
              <a:r>
                <a:rPr lang="en-US" sz="4800" dirty="0" err="1">
                  <a:solidFill>
                    <a:srgbClr val="16458C"/>
                  </a:solidFill>
                  <a:latin typeface="Cambria" panose="02040503050406030204" pitchFamily="18" charset="0"/>
                  <a:ea typeface="Cambria" panose="02040503050406030204" pitchFamily="18" charset="0"/>
                  <a:cs typeface="Cambria"/>
                  <a:sym typeface="Cambria"/>
                </a:rPr>
                <a:t>tài</a:t>
              </a:r>
              <a:r>
                <a:rPr lang="en-US" sz="4800" dirty="0">
                  <a:solidFill>
                    <a:srgbClr val="16458C"/>
                  </a:solidFill>
                  <a:latin typeface="Cambria" panose="02040503050406030204" pitchFamily="18" charset="0"/>
                  <a:ea typeface="Cambria" panose="02040503050406030204" pitchFamily="18" charset="0"/>
                  <a:cs typeface="Cambria"/>
                  <a:sym typeface="Cambria"/>
                </a:rPr>
                <a:t> </a:t>
              </a:r>
              <a:r>
                <a:rPr lang="en-US" sz="4800" dirty="0" err="1">
                  <a:solidFill>
                    <a:srgbClr val="16458C"/>
                  </a:solidFill>
                  <a:latin typeface="Cambria" panose="02040503050406030204" pitchFamily="18" charset="0"/>
                  <a:ea typeface="Cambria" panose="02040503050406030204" pitchFamily="18" charset="0"/>
                  <a:cs typeface="Cambria"/>
                  <a:sym typeface="Cambria"/>
                </a:rPr>
                <a:t>xế</a:t>
              </a:r>
              <a:endParaRPr lang="en-US" sz="4800" dirty="0">
                <a:solidFill>
                  <a:srgbClr val="16458C"/>
                </a:solidFill>
                <a:latin typeface="Cambria" panose="02040503050406030204" pitchFamily="18" charset="0"/>
                <a:ea typeface="Cambria" panose="02040503050406030204" pitchFamily="18" charset="0"/>
                <a:cs typeface="Cambria"/>
                <a:sym typeface="Cambria"/>
              </a:endParaRPr>
            </a:p>
          </p:txBody>
        </p:sp>
        <p:cxnSp>
          <p:nvCxnSpPr>
            <p:cNvPr id="27" name="Straight Connector 26">
              <a:extLst>
                <a:ext uri="{FF2B5EF4-FFF2-40B4-BE49-F238E27FC236}">
                  <a16:creationId xmlns:a16="http://schemas.microsoft.com/office/drawing/2014/main" id="{0CBE08DA-2F20-EBFC-BBBD-356F7F1DCA13}"/>
                </a:ext>
              </a:extLst>
            </p:cNvPr>
            <p:cNvCxnSpPr>
              <a:cxnSpLocks/>
            </p:cNvCxnSpPr>
            <p:nvPr/>
          </p:nvCxnSpPr>
          <p:spPr>
            <a:xfrm>
              <a:off x="8252935" y="3399092"/>
              <a:ext cx="0" cy="677608"/>
            </a:xfrm>
            <a:prstGeom prst="line">
              <a:avLst/>
            </a:prstGeom>
            <a:ln w="76200">
              <a:solidFill>
                <a:srgbClr val="FCB618"/>
              </a:solidFill>
            </a:ln>
          </p:spPr>
          <p:style>
            <a:lnRef idx="2">
              <a:schemeClr val="accent1"/>
            </a:lnRef>
            <a:fillRef idx="0">
              <a:schemeClr val="accent1"/>
            </a:fillRef>
            <a:effectRef idx="1">
              <a:schemeClr val="accent1"/>
            </a:effectRef>
            <a:fontRef idx="minor">
              <a:schemeClr val="tx1"/>
            </a:fontRef>
          </p:style>
        </p:cxnSp>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91F56F-46DA-2418-84C4-CC3A25E49259}"/>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CB8AE21F-24C4-CA61-6FC9-64CF32EF729C}"/>
              </a:ext>
            </a:extLst>
          </p:cNvPr>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a:stretch>
          </a:blipFill>
        </p:spPr>
        <p:txBody>
          <a:bodyPr/>
          <a:lstStyle/>
          <a:p>
            <a:endParaRPr lang="vi-VN" dirty="0"/>
          </a:p>
        </p:txBody>
      </p:sp>
      <p:grpSp>
        <p:nvGrpSpPr>
          <p:cNvPr id="5" name="Group 4">
            <a:extLst>
              <a:ext uri="{FF2B5EF4-FFF2-40B4-BE49-F238E27FC236}">
                <a16:creationId xmlns:a16="http://schemas.microsoft.com/office/drawing/2014/main" id="{4A9EF983-C095-D360-F13F-802E69D4D0C9}"/>
              </a:ext>
            </a:extLst>
          </p:cNvPr>
          <p:cNvGrpSpPr/>
          <p:nvPr/>
        </p:nvGrpSpPr>
        <p:grpSpPr>
          <a:xfrm>
            <a:off x="914400" y="1638300"/>
            <a:ext cx="12157434" cy="1196225"/>
            <a:chOff x="8252935" y="2941902"/>
            <a:chExt cx="12157434" cy="1196225"/>
          </a:xfrm>
        </p:grpSpPr>
        <p:sp>
          <p:nvSpPr>
            <p:cNvPr id="6" name="TextBox 7">
              <a:extLst>
                <a:ext uri="{FF2B5EF4-FFF2-40B4-BE49-F238E27FC236}">
                  <a16:creationId xmlns:a16="http://schemas.microsoft.com/office/drawing/2014/main" id="{1DC8A47D-BF5C-35C8-915E-6D8D3A6755F6}"/>
                </a:ext>
              </a:extLst>
            </p:cNvPr>
            <p:cNvSpPr txBox="1"/>
            <p:nvPr/>
          </p:nvSpPr>
          <p:spPr>
            <a:xfrm>
              <a:off x="8549959" y="2941902"/>
              <a:ext cx="11860410" cy="1196225"/>
            </a:xfrm>
            <a:prstGeom prst="rect">
              <a:avLst/>
            </a:prstGeom>
          </p:spPr>
          <p:txBody>
            <a:bodyPr wrap="square" lIns="0" tIns="0" rIns="0" bIns="0" rtlCol="0" anchor="t">
              <a:spAutoFit/>
            </a:bodyPr>
            <a:lstStyle/>
            <a:p>
              <a:pPr>
                <a:lnSpc>
                  <a:spcPts val="10800"/>
                </a:lnSpc>
              </a:pPr>
              <a:r>
                <a:rPr lang="en-US" sz="4800" dirty="0" err="1">
                  <a:solidFill>
                    <a:srgbClr val="16458C"/>
                  </a:solidFill>
                  <a:latin typeface="Cambria" panose="02040503050406030204" pitchFamily="18" charset="0"/>
                  <a:ea typeface="Cambria" panose="02040503050406030204" pitchFamily="18" charset="0"/>
                  <a:cs typeface="Cambria"/>
                  <a:sym typeface="Cambria"/>
                </a:rPr>
                <a:t>Phân</a:t>
              </a:r>
              <a:r>
                <a:rPr lang="en-US" sz="4800" dirty="0">
                  <a:solidFill>
                    <a:srgbClr val="16458C"/>
                  </a:solidFill>
                  <a:latin typeface="Cambria" panose="02040503050406030204" pitchFamily="18" charset="0"/>
                  <a:ea typeface="Cambria" panose="02040503050406030204" pitchFamily="18" charset="0"/>
                  <a:cs typeface="Cambria"/>
                  <a:sym typeface="Cambria"/>
                </a:rPr>
                <a:t> </a:t>
              </a:r>
              <a:r>
                <a:rPr lang="en-US" sz="4800" dirty="0" err="1">
                  <a:solidFill>
                    <a:srgbClr val="16458C"/>
                  </a:solidFill>
                  <a:latin typeface="Cambria" panose="02040503050406030204" pitchFamily="18" charset="0"/>
                  <a:ea typeface="Cambria" panose="02040503050406030204" pitchFamily="18" charset="0"/>
                  <a:cs typeface="Cambria"/>
                  <a:sym typeface="Cambria"/>
                </a:rPr>
                <a:t>hệ</a:t>
              </a:r>
              <a:r>
                <a:rPr lang="en-US" sz="4800" dirty="0">
                  <a:solidFill>
                    <a:srgbClr val="16458C"/>
                  </a:solidFill>
                  <a:latin typeface="Cambria" panose="02040503050406030204" pitchFamily="18" charset="0"/>
                  <a:ea typeface="Cambria" panose="02040503050406030204" pitchFamily="18" charset="0"/>
                  <a:cs typeface="Cambria"/>
                  <a:sym typeface="Cambria"/>
                </a:rPr>
                <a:t> </a:t>
              </a:r>
              <a:r>
                <a:rPr lang="en-US" sz="4800" dirty="0" err="1">
                  <a:solidFill>
                    <a:srgbClr val="16458C"/>
                  </a:solidFill>
                  <a:latin typeface="Cambria" panose="02040503050406030204" pitchFamily="18" charset="0"/>
                  <a:ea typeface="Cambria" panose="02040503050406030204" pitchFamily="18" charset="0"/>
                  <a:cs typeface="Cambria"/>
                  <a:sym typeface="Cambria"/>
                </a:rPr>
                <a:t>người</a:t>
              </a:r>
              <a:r>
                <a:rPr lang="en-US" sz="4800" dirty="0">
                  <a:solidFill>
                    <a:srgbClr val="16458C"/>
                  </a:solidFill>
                  <a:latin typeface="Cambria" panose="02040503050406030204" pitchFamily="18" charset="0"/>
                  <a:ea typeface="Cambria" panose="02040503050406030204" pitchFamily="18" charset="0"/>
                  <a:cs typeface="Cambria"/>
                  <a:sym typeface="Cambria"/>
                </a:rPr>
                <a:t> </a:t>
              </a:r>
              <a:r>
                <a:rPr lang="en-US" sz="4800" dirty="0" err="1">
                  <a:solidFill>
                    <a:srgbClr val="16458C"/>
                  </a:solidFill>
                  <a:latin typeface="Cambria" panose="02040503050406030204" pitchFamily="18" charset="0"/>
                  <a:ea typeface="Cambria" panose="02040503050406030204" pitchFamily="18" charset="0"/>
                  <a:cs typeface="Cambria"/>
                  <a:sym typeface="Cambria"/>
                </a:rPr>
                <a:t>dùng</a:t>
              </a:r>
              <a:endParaRPr lang="en-US" sz="4800" dirty="0">
                <a:solidFill>
                  <a:srgbClr val="16458C"/>
                </a:solidFill>
                <a:latin typeface="Cambria" panose="02040503050406030204" pitchFamily="18" charset="0"/>
                <a:ea typeface="Cambria" panose="02040503050406030204" pitchFamily="18" charset="0"/>
                <a:cs typeface="Cambria"/>
                <a:sym typeface="Cambria"/>
              </a:endParaRPr>
            </a:p>
          </p:txBody>
        </p:sp>
        <p:cxnSp>
          <p:nvCxnSpPr>
            <p:cNvPr id="9" name="Straight Connector 8">
              <a:extLst>
                <a:ext uri="{FF2B5EF4-FFF2-40B4-BE49-F238E27FC236}">
                  <a16:creationId xmlns:a16="http://schemas.microsoft.com/office/drawing/2014/main" id="{4D4A16CA-EC0D-AB89-4D90-E0A030A203D1}"/>
                </a:ext>
              </a:extLst>
            </p:cNvPr>
            <p:cNvCxnSpPr>
              <a:cxnSpLocks/>
            </p:cNvCxnSpPr>
            <p:nvPr/>
          </p:nvCxnSpPr>
          <p:spPr>
            <a:xfrm>
              <a:off x="8252935" y="3399092"/>
              <a:ext cx="0" cy="677608"/>
            </a:xfrm>
            <a:prstGeom prst="line">
              <a:avLst/>
            </a:prstGeom>
            <a:ln w="76200">
              <a:solidFill>
                <a:srgbClr val="FCB618"/>
              </a:solidFill>
            </a:ln>
          </p:spPr>
          <p:style>
            <a:lnRef idx="2">
              <a:schemeClr val="accent1"/>
            </a:lnRef>
            <a:fillRef idx="0">
              <a:schemeClr val="accent1"/>
            </a:fillRef>
            <a:effectRef idx="1">
              <a:schemeClr val="accent1"/>
            </a:effectRef>
            <a:fontRef idx="minor">
              <a:schemeClr val="tx1"/>
            </a:fontRef>
          </p:style>
        </p:cxnSp>
      </p:grpSp>
      <p:pic>
        <p:nvPicPr>
          <p:cNvPr id="4" name="Image 0" descr="preencoded.png">
            <a:extLst>
              <a:ext uri="{FF2B5EF4-FFF2-40B4-BE49-F238E27FC236}">
                <a16:creationId xmlns:a16="http://schemas.microsoft.com/office/drawing/2014/main" id="{4EF4266C-9A35-5E15-2F69-3EBC767B5A8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944328" y="3665434"/>
            <a:ext cx="731158" cy="731158"/>
          </a:xfrm>
          <a:prstGeom prst="rect">
            <a:avLst/>
          </a:prstGeom>
        </p:spPr>
      </p:pic>
      <p:sp>
        <p:nvSpPr>
          <p:cNvPr id="8" name="Text 1">
            <a:extLst>
              <a:ext uri="{FF2B5EF4-FFF2-40B4-BE49-F238E27FC236}">
                <a16:creationId xmlns:a16="http://schemas.microsoft.com/office/drawing/2014/main" id="{09EDAE7F-B652-88B4-E334-830C28D8F2D4}"/>
              </a:ext>
            </a:extLst>
          </p:cNvPr>
          <p:cNvSpPr/>
          <p:nvPr/>
        </p:nvSpPr>
        <p:spPr>
          <a:xfrm>
            <a:off x="3949239" y="4013403"/>
            <a:ext cx="3964923" cy="457086"/>
          </a:xfrm>
          <a:prstGeom prst="rect">
            <a:avLst/>
          </a:prstGeom>
          <a:noFill/>
          <a:ln/>
        </p:spPr>
        <p:txBody>
          <a:bodyPr wrap="none" lIns="0" tIns="0" rIns="0" bIns="0" rtlCol="0" anchor="t"/>
          <a:lstStyle/>
          <a:p>
            <a:pPr marL="0" indent="0" algn="l">
              <a:lnSpc>
                <a:spcPts val="1500"/>
              </a:lnSpc>
              <a:buNone/>
            </a:pPr>
            <a:r>
              <a:rPr lang="en-US" sz="3600" dirty="0">
                <a:solidFill>
                  <a:srgbClr val="404155"/>
                </a:solidFill>
                <a:latin typeface="Times New Roman" panose="02020603050405020304" pitchFamily="18" charset="0"/>
                <a:ea typeface="Alexandria" pitchFamily="34" charset="-122"/>
                <a:cs typeface="Times New Roman" panose="02020603050405020304" pitchFamily="18" charset="0"/>
              </a:rPr>
              <a:t>Đăng ký / Đăng nhập</a:t>
            </a:r>
            <a:endParaRPr lang="en-US" sz="3600" dirty="0">
              <a:latin typeface="Times New Roman" panose="02020603050405020304" pitchFamily="18" charset="0"/>
              <a:cs typeface="Times New Roman" panose="02020603050405020304" pitchFamily="18" charset="0"/>
            </a:endParaRPr>
          </a:p>
        </p:txBody>
      </p:sp>
      <p:sp>
        <p:nvSpPr>
          <p:cNvPr id="10" name="Text 2">
            <a:extLst>
              <a:ext uri="{FF2B5EF4-FFF2-40B4-BE49-F238E27FC236}">
                <a16:creationId xmlns:a16="http://schemas.microsoft.com/office/drawing/2014/main" id="{8A915788-2FA0-60E6-5AC8-5445CC4352D6}"/>
              </a:ext>
            </a:extLst>
          </p:cNvPr>
          <p:cNvSpPr/>
          <p:nvPr/>
        </p:nvSpPr>
        <p:spPr>
          <a:xfrm>
            <a:off x="3949239" y="4415681"/>
            <a:ext cx="3533254" cy="467964"/>
          </a:xfrm>
          <a:prstGeom prst="rect">
            <a:avLst/>
          </a:prstGeom>
          <a:noFill/>
          <a:ln/>
        </p:spPr>
        <p:txBody>
          <a:bodyPr wrap="none" lIns="0" tIns="0" rIns="0" bIns="0" rtlCol="0" anchor="t"/>
          <a:lstStyle/>
          <a:p>
            <a:pPr marL="0" indent="0" algn="l">
              <a:lnSpc>
                <a:spcPts val="1550"/>
              </a:lnSpc>
              <a:buNone/>
            </a:pPr>
            <a:r>
              <a:rPr lang="en-US" dirty="0">
                <a:solidFill>
                  <a:srgbClr val="404155"/>
                </a:solidFill>
                <a:latin typeface="Times New Roman" panose="02020603050405020304" pitchFamily="18" charset="0"/>
                <a:ea typeface="Nobile" pitchFamily="34" charset="-122"/>
                <a:cs typeface="Times New Roman" panose="02020603050405020304" pitchFamily="18" charset="0"/>
              </a:rPr>
              <a:t>Firebase Auth (Email, Google, OTP)</a:t>
            </a:r>
            <a:endParaRPr lang="en-US" dirty="0">
              <a:latin typeface="Times New Roman" panose="02020603050405020304" pitchFamily="18" charset="0"/>
              <a:cs typeface="Times New Roman" panose="02020603050405020304" pitchFamily="18" charset="0"/>
            </a:endParaRPr>
          </a:p>
        </p:txBody>
      </p:sp>
      <p:pic>
        <p:nvPicPr>
          <p:cNvPr id="11" name="Image 1" descr="preencoded.png">
            <a:extLst>
              <a:ext uri="{FF2B5EF4-FFF2-40B4-BE49-F238E27FC236}">
                <a16:creationId xmlns:a16="http://schemas.microsoft.com/office/drawing/2014/main" id="{9128CFEE-BAC4-7A76-033E-05D06848201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9942605" y="3706713"/>
            <a:ext cx="731158" cy="731158"/>
          </a:xfrm>
          <a:prstGeom prst="rect">
            <a:avLst/>
          </a:prstGeom>
        </p:spPr>
      </p:pic>
      <p:sp>
        <p:nvSpPr>
          <p:cNvPr id="12" name="Text 3">
            <a:extLst>
              <a:ext uri="{FF2B5EF4-FFF2-40B4-BE49-F238E27FC236}">
                <a16:creationId xmlns:a16="http://schemas.microsoft.com/office/drawing/2014/main" id="{5CCB7DF0-1C8A-05E5-751E-C72732ECF607}"/>
              </a:ext>
            </a:extLst>
          </p:cNvPr>
          <p:cNvSpPr/>
          <p:nvPr/>
        </p:nvSpPr>
        <p:spPr>
          <a:xfrm>
            <a:off x="10975191" y="4015368"/>
            <a:ext cx="1550566" cy="457086"/>
          </a:xfrm>
          <a:prstGeom prst="rect">
            <a:avLst/>
          </a:prstGeom>
          <a:noFill/>
          <a:ln/>
        </p:spPr>
        <p:txBody>
          <a:bodyPr wrap="none" lIns="0" tIns="0" rIns="0" bIns="0" rtlCol="0" anchor="t"/>
          <a:lstStyle/>
          <a:p>
            <a:pPr marL="0" indent="0" algn="l">
              <a:lnSpc>
                <a:spcPts val="1500"/>
              </a:lnSpc>
              <a:buNone/>
            </a:pPr>
            <a:r>
              <a:rPr lang="en-US" sz="3600" dirty="0">
                <a:latin typeface="Times New Roman" panose="02020603050405020304" pitchFamily="18" charset="0"/>
                <a:cs typeface="Times New Roman" panose="02020603050405020304" pitchFamily="18" charset="0"/>
              </a:rPr>
              <a:t>Trang </a:t>
            </a:r>
            <a:r>
              <a:rPr lang="en-US" sz="3600" dirty="0" err="1">
                <a:latin typeface="Times New Roman" panose="02020603050405020304" pitchFamily="18" charset="0"/>
                <a:cs typeface="Times New Roman" panose="02020603050405020304" pitchFamily="18" charset="0"/>
              </a:rPr>
              <a:t>chủ</a:t>
            </a:r>
            <a:endParaRPr lang="en-US" sz="3600" dirty="0">
              <a:latin typeface="Times New Roman" panose="02020603050405020304" pitchFamily="18" charset="0"/>
              <a:cs typeface="Times New Roman" panose="02020603050405020304" pitchFamily="18" charset="0"/>
            </a:endParaRPr>
          </a:p>
        </p:txBody>
      </p:sp>
      <p:sp>
        <p:nvSpPr>
          <p:cNvPr id="13" name="Text 4">
            <a:extLst>
              <a:ext uri="{FF2B5EF4-FFF2-40B4-BE49-F238E27FC236}">
                <a16:creationId xmlns:a16="http://schemas.microsoft.com/office/drawing/2014/main" id="{35D292FC-155C-CFAD-A607-88D6790926CD}"/>
              </a:ext>
            </a:extLst>
          </p:cNvPr>
          <p:cNvSpPr/>
          <p:nvPr/>
        </p:nvSpPr>
        <p:spPr>
          <a:xfrm>
            <a:off x="11020871" y="4396592"/>
            <a:ext cx="3533329" cy="467964"/>
          </a:xfrm>
          <a:prstGeom prst="rect">
            <a:avLst/>
          </a:prstGeom>
          <a:noFill/>
          <a:ln/>
        </p:spPr>
        <p:txBody>
          <a:bodyPr wrap="none" lIns="0" tIns="0" rIns="0" bIns="0" rtlCol="0" anchor="t"/>
          <a:lstStyle/>
          <a:p>
            <a:pPr marL="0" indent="0" algn="l">
              <a:lnSpc>
                <a:spcPts val="1550"/>
              </a:lnSpc>
              <a:buNone/>
            </a:pPr>
            <a:r>
              <a:rPr lang="en-US" dirty="0">
                <a:solidFill>
                  <a:srgbClr val="404155"/>
                </a:solidFill>
                <a:latin typeface="Times New Roman" panose="02020603050405020304" pitchFamily="18" charset="0"/>
                <a:ea typeface="Nobile" pitchFamily="34" charset="-122"/>
                <a:cs typeface="Times New Roman" panose="02020603050405020304" pitchFamily="18" charset="0"/>
              </a:rPr>
              <a:t>Danh sách nhà hàng, danh mục, tìm kiếm</a:t>
            </a:r>
            <a:endParaRPr lang="en-US" dirty="0">
              <a:latin typeface="Times New Roman" panose="02020603050405020304" pitchFamily="18" charset="0"/>
              <a:cs typeface="Times New Roman" panose="02020603050405020304" pitchFamily="18" charset="0"/>
            </a:endParaRPr>
          </a:p>
        </p:txBody>
      </p:sp>
      <p:pic>
        <p:nvPicPr>
          <p:cNvPr id="14" name="Image 2" descr="preencoded.png">
            <a:extLst>
              <a:ext uri="{FF2B5EF4-FFF2-40B4-BE49-F238E27FC236}">
                <a16:creationId xmlns:a16="http://schemas.microsoft.com/office/drawing/2014/main" id="{B544B313-0930-8B0B-0CCA-6BAB99386341}"/>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944328" y="5307381"/>
            <a:ext cx="731158" cy="731158"/>
          </a:xfrm>
          <a:prstGeom prst="rect">
            <a:avLst/>
          </a:prstGeom>
        </p:spPr>
      </p:pic>
      <p:sp>
        <p:nvSpPr>
          <p:cNvPr id="15" name="Text 5">
            <a:extLst>
              <a:ext uri="{FF2B5EF4-FFF2-40B4-BE49-F238E27FC236}">
                <a16:creationId xmlns:a16="http://schemas.microsoft.com/office/drawing/2014/main" id="{33CCAA30-AF8A-BFF4-E65E-6919AB23D705}"/>
              </a:ext>
            </a:extLst>
          </p:cNvPr>
          <p:cNvSpPr/>
          <p:nvPr/>
        </p:nvSpPr>
        <p:spPr>
          <a:xfrm>
            <a:off x="3876131" y="5631542"/>
            <a:ext cx="1550566" cy="457086"/>
          </a:xfrm>
          <a:prstGeom prst="rect">
            <a:avLst/>
          </a:prstGeom>
          <a:noFill/>
          <a:ln/>
        </p:spPr>
        <p:txBody>
          <a:bodyPr wrap="none" lIns="0" tIns="0" rIns="0" bIns="0" rtlCol="0" anchor="t"/>
          <a:lstStyle/>
          <a:p>
            <a:pPr marL="0" indent="0" algn="l">
              <a:lnSpc>
                <a:spcPts val="1500"/>
              </a:lnSpc>
              <a:buNone/>
            </a:pPr>
            <a:r>
              <a:rPr lang="en-US" sz="3600" dirty="0">
                <a:solidFill>
                  <a:srgbClr val="404155"/>
                </a:solidFill>
                <a:latin typeface="Times New Roman" panose="02020603050405020304" pitchFamily="18" charset="0"/>
                <a:ea typeface="Alexandria" pitchFamily="34" charset="-122"/>
                <a:cs typeface="Times New Roman" panose="02020603050405020304" pitchFamily="18" charset="0"/>
              </a:rPr>
              <a:t>Chi tiết món ăn</a:t>
            </a:r>
            <a:endParaRPr lang="en-US" sz="3600" dirty="0">
              <a:latin typeface="Times New Roman" panose="02020603050405020304" pitchFamily="18" charset="0"/>
              <a:cs typeface="Times New Roman" panose="02020603050405020304" pitchFamily="18" charset="0"/>
            </a:endParaRPr>
          </a:p>
        </p:txBody>
      </p:sp>
      <p:sp>
        <p:nvSpPr>
          <p:cNvPr id="16" name="Text 6">
            <a:extLst>
              <a:ext uri="{FF2B5EF4-FFF2-40B4-BE49-F238E27FC236}">
                <a16:creationId xmlns:a16="http://schemas.microsoft.com/office/drawing/2014/main" id="{ACF8A6CD-EDC1-D652-E5C6-C35A4798136C}"/>
              </a:ext>
            </a:extLst>
          </p:cNvPr>
          <p:cNvSpPr/>
          <p:nvPr/>
        </p:nvSpPr>
        <p:spPr>
          <a:xfrm>
            <a:off x="3857843" y="6065084"/>
            <a:ext cx="3533254" cy="467964"/>
          </a:xfrm>
          <a:prstGeom prst="rect">
            <a:avLst/>
          </a:prstGeom>
          <a:noFill/>
          <a:ln/>
        </p:spPr>
        <p:txBody>
          <a:bodyPr wrap="none" lIns="0" tIns="0" rIns="0" bIns="0" rtlCol="0" anchor="t"/>
          <a:lstStyle/>
          <a:p>
            <a:pPr marL="0" indent="0" algn="l">
              <a:lnSpc>
                <a:spcPts val="1550"/>
              </a:lnSpc>
              <a:buNone/>
            </a:pPr>
            <a:r>
              <a:rPr lang="en-US" dirty="0">
                <a:solidFill>
                  <a:srgbClr val="404155"/>
                </a:solidFill>
                <a:latin typeface="Times New Roman" panose="02020603050405020304" pitchFamily="18" charset="0"/>
                <a:ea typeface="Nobile" pitchFamily="34" charset="-122"/>
                <a:cs typeface="Times New Roman" panose="02020603050405020304" pitchFamily="18" charset="0"/>
              </a:rPr>
              <a:t>Tùy chọn size/topping, thêm giỏ hàng</a:t>
            </a:r>
            <a:endParaRPr lang="en-US" dirty="0">
              <a:latin typeface="Times New Roman" panose="02020603050405020304" pitchFamily="18" charset="0"/>
              <a:cs typeface="Times New Roman" panose="02020603050405020304" pitchFamily="18" charset="0"/>
            </a:endParaRPr>
          </a:p>
        </p:txBody>
      </p:sp>
      <p:pic>
        <p:nvPicPr>
          <p:cNvPr id="17" name="Image 3" descr="preencoded.png">
            <a:extLst>
              <a:ext uri="{FF2B5EF4-FFF2-40B4-BE49-F238E27FC236}">
                <a16:creationId xmlns:a16="http://schemas.microsoft.com/office/drawing/2014/main" id="{89222B07-2BEE-1CF1-E9EA-D544D3B08CCD}"/>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9914476" y="5265963"/>
            <a:ext cx="731158" cy="731158"/>
          </a:xfrm>
          <a:prstGeom prst="rect">
            <a:avLst/>
          </a:prstGeom>
        </p:spPr>
      </p:pic>
      <p:sp>
        <p:nvSpPr>
          <p:cNvPr id="18" name="Text 7">
            <a:extLst>
              <a:ext uri="{FF2B5EF4-FFF2-40B4-BE49-F238E27FC236}">
                <a16:creationId xmlns:a16="http://schemas.microsoft.com/office/drawing/2014/main" id="{955C256F-6A2E-C52E-6FBD-B73C5E407B81}"/>
              </a:ext>
            </a:extLst>
          </p:cNvPr>
          <p:cNvSpPr/>
          <p:nvPr/>
        </p:nvSpPr>
        <p:spPr>
          <a:xfrm>
            <a:off x="10976676" y="5611444"/>
            <a:ext cx="1550566" cy="457086"/>
          </a:xfrm>
          <a:prstGeom prst="rect">
            <a:avLst/>
          </a:prstGeom>
          <a:noFill/>
          <a:ln/>
        </p:spPr>
        <p:txBody>
          <a:bodyPr wrap="none" lIns="0" tIns="0" rIns="0" bIns="0" rtlCol="0" anchor="t"/>
          <a:lstStyle/>
          <a:p>
            <a:pPr>
              <a:lnSpc>
                <a:spcPts val="1500"/>
              </a:lnSpc>
            </a:pPr>
            <a:r>
              <a:rPr lang="en-US" sz="3600" dirty="0" err="1">
                <a:solidFill>
                  <a:srgbClr val="404155"/>
                </a:solidFill>
                <a:latin typeface="Times New Roman" panose="02020603050405020304" pitchFamily="18" charset="0"/>
                <a:ea typeface="Alexandria" pitchFamily="34" charset="-122"/>
                <a:cs typeface="Times New Roman" panose="02020603050405020304" pitchFamily="18" charset="0"/>
              </a:rPr>
              <a:t>Giỏ</a:t>
            </a:r>
            <a:r>
              <a:rPr lang="en-US" sz="3600" dirty="0">
                <a:solidFill>
                  <a:srgbClr val="404155"/>
                </a:solidFill>
                <a:latin typeface="Times New Roman" panose="02020603050405020304" pitchFamily="18" charset="0"/>
                <a:ea typeface="Alexandria" pitchFamily="34" charset="-122"/>
                <a:cs typeface="Times New Roman" panose="02020603050405020304" pitchFamily="18" charset="0"/>
              </a:rPr>
              <a:t> </a:t>
            </a:r>
            <a:r>
              <a:rPr lang="en-US" sz="3600" dirty="0" err="1">
                <a:solidFill>
                  <a:srgbClr val="404155"/>
                </a:solidFill>
                <a:latin typeface="Times New Roman" panose="02020603050405020304" pitchFamily="18" charset="0"/>
                <a:ea typeface="Alexandria" pitchFamily="34" charset="-122"/>
                <a:cs typeface="Times New Roman" panose="02020603050405020304" pitchFamily="18" charset="0"/>
              </a:rPr>
              <a:t>hàng</a:t>
            </a:r>
            <a:endParaRPr lang="en-US" sz="3600" dirty="0">
              <a:latin typeface="Times New Roman" panose="02020603050405020304" pitchFamily="18" charset="0"/>
              <a:cs typeface="Times New Roman" panose="02020603050405020304" pitchFamily="18" charset="0"/>
            </a:endParaRPr>
          </a:p>
        </p:txBody>
      </p:sp>
      <p:sp>
        <p:nvSpPr>
          <p:cNvPr id="19" name="Text 8">
            <a:extLst>
              <a:ext uri="{FF2B5EF4-FFF2-40B4-BE49-F238E27FC236}">
                <a16:creationId xmlns:a16="http://schemas.microsoft.com/office/drawing/2014/main" id="{94A387DE-A424-F46F-514C-F51D1F412C70}"/>
              </a:ext>
            </a:extLst>
          </p:cNvPr>
          <p:cNvSpPr/>
          <p:nvPr/>
        </p:nvSpPr>
        <p:spPr>
          <a:xfrm>
            <a:off x="10975191" y="5937749"/>
            <a:ext cx="3533329" cy="467964"/>
          </a:xfrm>
          <a:prstGeom prst="rect">
            <a:avLst/>
          </a:prstGeom>
          <a:noFill/>
          <a:ln/>
        </p:spPr>
        <p:txBody>
          <a:bodyPr wrap="none" lIns="0" tIns="0" rIns="0" bIns="0" rtlCol="0" anchor="t"/>
          <a:lstStyle/>
          <a:p>
            <a:pPr marL="0" indent="0" algn="l">
              <a:lnSpc>
                <a:spcPts val="1550"/>
              </a:lnSpc>
              <a:buNone/>
            </a:pPr>
            <a:r>
              <a:rPr lang="en-US" dirty="0">
                <a:solidFill>
                  <a:srgbClr val="404155"/>
                </a:solidFill>
                <a:latin typeface="Times New Roman" panose="02020603050405020304" pitchFamily="18" charset="0"/>
                <a:ea typeface="Nobile" pitchFamily="34" charset="-122"/>
                <a:cs typeface="Times New Roman" panose="02020603050405020304" pitchFamily="18" charset="0"/>
              </a:rPr>
              <a:t>Quản lý số lượng, tổng tiền</a:t>
            </a:r>
            <a:endParaRPr lang="en-US" dirty="0">
              <a:latin typeface="Times New Roman" panose="02020603050405020304" pitchFamily="18" charset="0"/>
              <a:cs typeface="Times New Roman" panose="02020603050405020304" pitchFamily="18" charset="0"/>
            </a:endParaRPr>
          </a:p>
        </p:txBody>
      </p:sp>
      <p:pic>
        <p:nvPicPr>
          <p:cNvPr id="20" name="Image 4" descr="preencoded.png">
            <a:extLst>
              <a:ext uri="{FF2B5EF4-FFF2-40B4-BE49-F238E27FC236}">
                <a16:creationId xmlns:a16="http://schemas.microsoft.com/office/drawing/2014/main" id="{6DFC5212-E2DB-43EB-6DF0-ADF5B84AA841}"/>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2944328" y="6949328"/>
            <a:ext cx="731158" cy="731158"/>
          </a:xfrm>
          <a:prstGeom prst="rect">
            <a:avLst/>
          </a:prstGeom>
        </p:spPr>
      </p:pic>
      <p:sp>
        <p:nvSpPr>
          <p:cNvPr id="21" name="Text 9">
            <a:extLst>
              <a:ext uri="{FF2B5EF4-FFF2-40B4-BE49-F238E27FC236}">
                <a16:creationId xmlns:a16="http://schemas.microsoft.com/office/drawing/2014/main" id="{BBB67D97-C4D5-BA55-0C46-BC5595B7A0B2}"/>
              </a:ext>
            </a:extLst>
          </p:cNvPr>
          <p:cNvSpPr/>
          <p:nvPr/>
        </p:nvSpPr>
        <p:spPr>
          <a:xfrm>
            <a:off x="3876131" y="7268431"/>
            <a:ext cx="1550566" cy="457086"/>
          </a:xfrm>
          <a:prstGeom prst="rect">
            <a:avLst/>
          </a:prstGeom>
          <a:noFill/>
          <a:ln/>
        </p:spPr>
        <p:txBody>
          <a:bodyPr wrap="none" lIns="0" tIns="0" rIns="0" bIns="0" rtlCol="0" anchor="t"/>
          <a:lstStyle/>
          <a:p>
            <a:pPr marL="0" indent="0" algn="l">
              <a:lnSpc>
                <a:spcPts val="1500"/>
              </a:lnSpc>
              <a:buNone/>
            </a:pPr>
            <a:r>
              <a:rPr lang="en-US" sz="3600" dirty="0">
                <a:solidFill>
                  <a:srgbClr val="404155"/>
                </a:solidFill>
                <a:latin typeface="Times New Roman" panose="02020603050405020304" pitchFamily="18" charset="0"/>
                <a:ea typeface="Alexandria" pitchFamily="34" charset="-122"/>
                <a:cs typeface="Times New Roman" panose="02020603050405020304" pitchFamily="18" charset="0"/>
              </a:rPr>
              <a:t>Đặt hàng</a:t>
            </a:r>
            <a:endParaRPr lang="en-US" sz="3600" dirty="0">
              <a:latin typeface="Times New Roman" panose="02020603050405020304" pitchFamily="18" charset="0"/>
              <a:cs typeface="Times New Roman" panose="02020603050405020304" pitchFamily="18" charset="0"/>
            </a:endParaRPr>
          </a:p>
        </p:txBody>
      </p:sp>
      <p:sp>
        <p:nvSpPr>
          <p:cNvPr id="22" name="Text 10">
            <a:extLst>
              <a:ext uri="{FF2B5EF4-FFF2-40B4-BE49-F238E27FC236}">
                <a16:creationId xmlns:a16="http://schemas.microsoft.com/office/drawing/2014/main" id="{7715FCC9-9B93-6FD7-2952-25A4079C13FF}"/>
              </a:ext>
            </a:extLst>
          </p:cNvPr>
          <p:cNvSpPr/>
          <p:nvPr/>
        </p:nvSpPr>
        <p:spPr>
          <a:xfrm>
            <a:off x="3876131" y="7683223"/>
            <a:ext cx="3533254" cy="467964"/>
          </a:xfrm>
          <a:prstGeom prst="rect">
            <a:avLst/>
          </a:prstGeom>
          <a:noFill/>
          <a:ln/>
        </p:spPr>
        <p:txBody>
          <a:bodyPr wrap="none" lIns="0" tIns="0" rIns="0" bIns="0" rtlCol="0" anchor="t"/>
          <a:lstStyle/>
          <a:p>
            <a:pPr marL="0" indent="0" algn="l">
              <a:lnSpc>
                <a:spcPts val="1550"/>
              </a:lnSpc>
              <a:buNone/>
            </a:pPr>
            <a:r>
              <a:rPr lang="en-US" dirty="0">
                <a:solidFill>
                  <a:srgbClr val="404155"/>
                </a:solidFill>
                <a:latin typeface="Times New Roman" panose="02020603050405020304" pitchFamily="18" charset="0"/>
                <a:ea typeface="Nobile" pitchFamily="34" charset="-122"/>
                <a:cs typeface="Times New Roman" panose="02020603050405020304" pitchFamily="18" charset="0"/>
              </a:rPr>
              <a:t>Chọn địa chỉ, phương thức thanh toán</a:t>
            </a:r>
            <a:endParaRPr lang="en-US" dirty="0">
              <a:latin typeface="Times New Roman" panose="02020603050405020304" pitchFamily="18" charset="0"/>
              <a:cs typeface="Times New Roman" panose="02020603050405020304" pitchFamily="18" charset="0"/>
            </a:endParaRPr>
          </a:p>
        </p:txBody>
      </p:sp>
      <p:pic>
        <p:nvPicPr>
          <p:cNvPr id="23" name="Image 5" descr="preencoded.png">
            <a:extLst>
              <a:ext uri="{FF2B5EF4-FFF2-40B4-BE49-F238E27FC236}">
                <a16:creationId xmlns:a16="http://schemas.microsoft.com/office/drawing/2014/main" id="{178DD45F-7F44-81D4-D8E0-8FB85AF10690}"/>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9919062" y="6949328"/>
            <a:ext cx="731158" cy="731158"/>
          </a:xfrm>
          <a:prstGeom prst="rect">
            <a:avLst/>
          </a:prstGeom>
        </p:spPr>
      </p:pic>
      <p:sp>
        <p:nvSpPr>
          <p:cNvPr id="24" name="Text 11">
            <a:extLst>
              <a:ext uri="{FF2B5EF4-FFF2-40B4-BE49-F238E27FC236}">
                <a16:creationId xmlns:a16="http://schemas.microsoft.com/office/drawing/2014/main" id="{2AE63E5A-E879-C35D-D5BC-4BFE56C2444F}"/>
              </a:ext>
            </a:extLst>
          </p:cNvPr>
          <p:cNvSpPr/>
          <p:nvPr/>
        </p:nvSpPr>
        <p:spPr>
          <a:xfrm>
            <a:off x="10975190" y="7305282"/>
            <a:ext cx="1550566" cy="457086"/>
          </a:xfrm>
          <a:prstGeom prst="rect">
            <a:avLst/>
          </a:prstGeom>
          <a:noFill/>
          <a:ln/>
        </p:spPr>
        <p:txBody>
          <a:bodyPr wrap="none" lIns="0" tIns="0" rIns="0" bIns="0" rtlCol="0" anchor="t"/>
          <a:lstStyle/>
          <a:p>
            <a:pPr marL="0" indent="0" algn="l">
              <a:lnSpc>
                <a:spcPts val="1500"/>
              </a:lnSpc>
              <a:buNone/>
            </a:pPr>
            <a:r>
              <a:rPr lang="en-US" sz="3600" dirty="0">
                <a:solidFill>
                  <a:srgbClr val="404155"/>
                </a:solidFill>
                <a:latin typeface="Times New Roman" panose="02020603050405020304" pitchFamily="18" charset="0"/>
                <a:ea typeface="Alexandria" pitchFamily="34" charset="-122"/>
                <a:cs typeface="Times New Roman" panose="02020603050405020304" pitchFamily="18" charset="0"/>
              </a:rPr>
              <a:t>Theo dõi đơn hàng</a:t>
            </a:r>
            <a:endParaRPr lang="en-US" sz="3600" dirty="0">
              <a:latin typeface="Times New Roman" panose="02020603050405020304" pitchFamily="18" charset="0"/>
              <a:cs typeface="Times New Roman" panose="02020603050405020304" pitchFamily="18" charset="0"/>
            </a:endParaRPr>
          </a:p>
        </p:txBody>
      </p:sp>
      <p:sp>
        <p:nvSpPr>
          <p:cNvPr id="25" name="Text 12">
            <a:extLst>
              <a:ext uri="{FF2B5EF4-FFF2-40B4-BE49-F238E27FC236}">
                <a16:creationId xmlns:a16="http://schemas.microsoft.com/office/drawing/2014/main" id="{23451E60-2FE4-D4B3-3930-60A9C960D135}"/>
              </a:ext>
            </a:extLst>
          </p:cNvPr>
          <p:cNvSpPr/>
          <p:nvPr/>
        </p:nvSpPr>
        <p:spPr>
          <a:xfrm>
            <a:off x="10975190" y="7723536"/>
            <a:ext cx="3533329" cy="467964"/>
          </a:xfrm>
          <a:prstGeom prst="rect">
            <a:avLst/>
          </a:prstGeom>
          <a:noFill/>
          <a:ln/>
        </p:spPr>
        <p:txBody>
          <a:bodyPr wrap="none" lIns="0" tIns="0" rIns="0" bIns="0" rtlCol="0" anchor="t"/>
          <a:lstStyle/>
          <a:p>
            <a:pPr marL="0" indent="0" algn="l">
              <a:lnSpc>
                <a:spcPts val="1550"/>
              </a:lnSpc>
              <a:buNone/>
            </a:pPr>
            <a:r>
              <a:rPr lang="en-US" dirty="0">
                <a:solidFill>
                  <a:srgbClr val="404155"/>
                </a:solidFill>
                <a:latin typeface="Times New Roman" panose="02020603050405020304" pitchFamily="18" charset="0"/>
                <a:ea typeface="Nobile" pitchFamily="34" charset="-122"/>
                <a:cs typeface="Times New Roman" panose="02020603050405020304" pitchFamily="18" charset="0"/>
              </a:rPr>
              <a:t>Trạng </a:t>
            </a:r>
            <a:r>
              <a:rPr lang="en-US" dirty="0" err="1">
                <a:solidFill>
                  <a:srgbClr val="404155"/>
                </a:solidFill>
                <a:latin typeface="Times New Roman" panose="02020603050405020304" pitchFamily="18" charset="0"/>
                <a:ea typeface="Nobile" pitchFamily="34" charset="-122"/>
                <a:cs typeface="Times New Roman" panose="02020603050405020304" pitchFamily="18" charset="0"/>
              </a:rPr>
              <a:t>thái</a:t>
            </a:r>
            <a:r>
              <a:rPr lang="en-US" dirty="0">
                <a:solidFill>
                  <a:srgbClr val="404155"/>
                </a:solidFill>
                <a:latin typeface="Times New Roman" panose="02020603050405020304" pitchFamily="18" charset="0"/>
                <a:ea typeface="Nobile" pitchFamily="34" charset="-122"/>
                <a:cs typeface="Times New Roman" panose="02020603050405020304" pitchFamily="18" charset="0"/>
              </a:rPr>
              <a:t> </a:t>
            </a:r>
            <a:r>
              <a:rPr lang="en-US" dirty="0" err="1">
                <a:solidFill>
                  <a:srgbClr val="404155"/>
                </a:solidFill>
                <a:latin typeface="Times New Roman" panose="02020603050405020304" pitchFamily="18" charset="0"/>
                <a:ea typeface="Nobile" pitchFamily="34" charset="-122"/>
                <a:cs typeface="Times New Roman" panose="02020603050405020304" pitchFamily="18" charset="0"/>
              </a:rPr>
              <a:t>thời</a:t>
            </a:r>
            <a:r>
              <a:rPr lang="en-US" dirty="0">
                <a:solidFill>
                  <a:srgbClr val="404155"/>
                </a:solidFill>
                <a:latin typeface="Times New Roman" panose="02020603050405020304" pitchFamily="18" charset="0"/>
                <a:ea typeface="Nobile" pitchFamily="34" charset="-122"/>
                <a:cs typeface="Times New Roman" panose="02020603050405020304" pitchFamily="18" charset="0"/>
              </a:rPr>
              <a:t> </a:t>
            </a:r>
            <a:r>
              <a:rPr lang="en-US" dirty="0" err="1">
                <a:solidFill>
                  <a:srgbClr val="404155"/>
                </a:solidFill>
                <a:latin typeface="Times New Roman" panose="02020603050405020304" pitchFamily="18" charset="0"/>
                <a:ea typeface="Nobile" pitchFamily="34" charset="-122"/>
                <a:cs typeface="Times New Roman" panose="02020603050405020304" pitchFamily="18" charset="0"/>
              </a:rPr>
              <a:t>gian</a:t>
            </a:r>
            <a:r>
              <a:rPr lang="en-US" dirty="0">
                <a:solidFill>
                  <a:srgbClr val="404155"/>
                </a:solidFill>
                <a:latin typeface="Times New Roman" panose="02020603050405020304" pitchFamily="18" charset="0"/>
                <a:ea typeface="Nobile" pitchFamily="34" charset="-122"/>
                <a:cs typeface="Times New Roman" panose="02020603050405020304" pitchFamily="18" charset="0"/>
              </a:rPr>
              <a:t> </a:t>
            </a:r>
            <a:r>
              <a:rPr lang="en-US" dirty="0" err="1">
                <a:solidFill>
                  <a:srgbClr val="404155"/>
                </a:solidFill>
                <a:latin typeface="Times New Roman" panose="02020603050405020304" pitchFamily="18" charset="0"/>
                <a:ea typeface="Nobile" pitchFamily="34" charset="-122"/>
                <a:cs typeface="Times New Roman" panose="02020603050405020304" pitchFamily="18" charset="0"/>
              </a:rPr>
              <a:t>thực</a:t>
            </a:r>
            <a:r>
              <a:rPr lang="en-US" dirty="0">
                <a:solidFill>
                  <a:srgbClr val="404155"/>
                </a:solidFill>
                <a:latin typeface="Times New Roman" panose="02020603050405020304" pitchFamily="18" charset="0"/>
                <a:ea typeface="Nobile" pitchFamily="34" charset="-122"/>
                <a:cs typeface="Times New Roman" panose="02020603050405020304" pitchFamily="18" charset="0"/>
              </a:rPr>
              <a:t> trên bản đồ</a:t>
            </a:r>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44551832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91F56F-46DA-2418-84C4-CC3A25E49259}"/>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CB8AE21F-24C4-CA61-6FC9-64CF32EF729C}"/>
              </a:ext>
            </a:extLst>
          </p:cNvPr>
          <p:cNvSpPr/>
          <p:nvPr/>
        </p:nvSpPr>
        <p:spPr>
          <a:xfrm>
            <a:off x="0" y="23592"/>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a:stretch>
          </a:blipFill>
        </p:spPr>
        <p:txBody>
          <a:bodyPr/>
          <a:lstStyle/>
          <a:p>
            <a:endParaRPr lang="vi-VN" dirty="0"/>
          </a:p>
        </p:txBody>
      </p:sp>
      <p:grpSp>
        <p:nvGrpSpPr>
          <p:cNvPr id="5" name="Group 4">
            <a:extLst>
              <a:ext uri="{FF2B5EF4-FFF2-40B4-BE49-F238E27FC236}">
                <a16:creationId xmlns:a16="http://schemas.microsoft.com/office/drawing/2014/main" id="{4A9EF983-C095-D360-F13F-802E69D4D0C9}"/>
              </a:ext>
            </a:extLst>
          </p:cNvPr>
          <p:cNvGrpSpPr/>
          <p:nvPr/>
        </p:nvGrpSpPr>
        <p:grpSpPr>
          <a:xfrm>
            <a:off x="914400" y="1638300"/>
            <a:ext cx="12157434" cy="1196225"/>
            <a:chOff x="8252935" y="2941902"/>
            <a:chExt cx="12157434" cy="1196225"/>
          </a:xfrm>
        </p:grpSpPr>
        <p:sp>
          <p:nvSpPr>
            <p:cNvPr id="6" name="TextBox 7">
              <a:extLst>
                <a:ext uri="{FF2B5EF4-FFF2-40B4-BE49-F238E27FC236}">
                  <a16:creationId xmlns:a16="http://schemas.microsoft.com/office/drawing/2014/main" id="{1DC8A47D-BF5C-35C8-915E-6D8D3A6755F6}"/>
                </a:ext>
              </a:extLst>
            </p:cNvPr>
            <p:cNvSpPr txBox="1"/>
            <p:nvPr/>
          </p:nvSpPr>
          <p:spPr>
            <a:xfrm>
              <a:off x="8549959" y="2941902"/>
              <a:ext cx="11860410" cy="1196225"/>
            </a:xfrm>
            <a:prstGeom prst="rect">
              <a:avLst/>
            </a:prstGeom>
          </p:spPr>
          <p:txBody>
            <a:bodyPr wrap="square" lIns="0" tIns="0" rIns="0" bIns="0" rtlCol="0" anchor="t">
              <a:spAutoFit/>
            </a:bodyPr>
            <a:lstStyle/>
            <a:p>
              <a:pPr>
                <a:lnSpc>
                  <a:spcPts val="10800"/>
                </a:lnSpc>
              </a:pPr>
              <a:r>
                <a:rPr lang="en-US" sz="4800" dirty="0" err="1">
                  <a:solidFill>
                    <a:srgbClr val="16458C"/>
                  </a:solidFill>
                  <a:latin typeface="Cambria" panose="02040503050406030204" pitchFamily="18" charset="0"/>
                  <a:ea typeface="Cambria" panose="02040503050406030204" pitchFamily="18" charset="0"/>
                  <a:cs typeface="Cambria"/>
                  <a:sym typeface="Cambria"/>
                </a:rPr>
                <a:t>Phân</a:t>
              </a:r>
              <a:r>
                <a:rPr lang="en-US" sz="4800" dirty="0">
                  <a:solidFill>
                    <a:srgbClr val="16458C"/>
                  </a:solidFill>
                  <a:latin typeface="Cambria" panose="02040503050406030204" pitchFamily="18" charset="0"/>
                  <a:ea typeface="Cambria" panose="02040503050406030204" pitchFamily="18" charset="0"/>
                  <a:cs typeface="Cambria"/>
                  <a:sym typeface="Cambria"/>
                </a:rPr>
                <a:t> </a:t>
              </a:r>
              <a:r>
                <a:rPr lang="en-US" sz="4800" dirty="0" err="1">
                  <a:solidFill>
                    <a:srgbClr val="16458C"/>
                  </a:solidFill>
                  <a:latin typeface="Cambria" panose="02040503050406030204" pitchFamily="18" charset="0"/>
                  <a:ea typeface="Cambria" panose="02040503050406030204" pitchFamily="18" charset="0"/>
                  <a:cs typeface="Cambria"/>
                  <a:sym typeface="Cambria"/>
                </a:rPr>
                <a:t>hệ</a:t>
              </a:r>
              <a:r>
                <a:rPr lang="en-US" sz="4800" dirty="0">
                  <a:solidFill>
                    <a:srgbClr val="16458C"/>
                  </a:solidFill>
                  <a:latin typeface="Cambria" panose="02040503050406030204" pitchFamily="18" charset="0"/>
                  <a:ea typeface="Cambria" panose="02040503050406030204" pitchFamily="18" charset="0"/>
                  <a:cs typeface="Cambria"/>
                  <a:sym typeface="Cambria"/>
                </a:rPr>
                <a:t> </a:t>
              </a:r>
              <a:r>
                <a:rPr lang="en-US" sz="4800" dirty="0" err="1">
                  <a:solidFill>
                    <a:srgbClr val="16458C"/>
                  </a:solidFill>
                  <a:latin typeface="Cambria" panose="02040503050406030204" pitchFamily="18" charset="0"/>
                  <a:ea typeface="Cambria" panose="02040503050406030204" pitchFamily="18" charset="0"/>
                  <a:cs typeface="Cambria"/>
                  <a:sym typeface="Cambria"/>
                </a:rPr>
                <a:t>nhà</a:t>
              </a:r>
              <a:r>
                <a:rPr lang="en-US" sz="4800" dirty="0">
                  <a:solidFill>
                    <a:srgbClr val="16458C"/>
                  </a:solidFill>
                  <a:latin typeface="Cambria" panose="02040503050406030204" pitchFamily="18" charset="0"/>
                  <a:ea typeface="Cambria" panose="02040503050406030204" pitchFamily="18" charset="0"/>
                  <a:cs typeface="Cambria"/>
                  <a:sym typeface="Cambria"/>
                </a:rPr>
                <a:t> </a:t>
              </a:r>
              <a:r>
                <a:rPr lang="en-US" sz="4800" dirty="0" err="1">
                  <a:solidFill>
                    <a:srgbClr val="16458C"/>
                  </a:solidFill>
                  <a:latin typeface="Cambria" panose="02040503050406030204" pitchFamily="18" charset="0"/>
                  <a:ea typeface="Cambria" panose="02040503050406030204" pitchFamily="18" charset="0"/>
                  <a:cs typeface="Cambria"/>
                  <a:sym typeface="Cambria"/>
                </a:rPr>
                <a:t>hàng</a:t>
              </a:r>
              <a:endParaRPr lang="en-US" sz="4800" dirty="0">
                <a:solidFill>
                  <a:srgbClr val="16458C"/>
                </a:solidFill>
                <a:latin typeface="Cambria" panose="02040503050406030204" pitchFamily="18" charset="0"/>
                <a:ea typeface="Cambria" panose="02040503050406030204" pitchFamily="18" charset="0"/>
                <a:cs typeface="Cambria"/>
                <a:sym typeface="Cambria"/>
              </a:endParaRPr>
            </a:p>
          </p:txBody>
        </p:sp>
        <p:cxnSp>
          <p:nvCxnSpPr>
            <p:cNvPr id="9" name="Straight Connector 8">
              <a:extLst>
                <a:ext uri="{FF2B5EF4-FFF2-40B4-BE49-F238E27FC236}">
                  <a16:creationId xmlns:a16="http://schemas.microsoft.com/office/drawing/2014/main" id="{4D4A16CA-EC0D-AB89-4D90-E0A030A203D1}"/>
                </a:ext>
              </a:extLst>
            </p:cNvPr>
            <p:cNvCxnSpPr>
              <a:cxnSpLocks/>
            </p:cNvCxnSpPr>
            <p:nvPr/>
          </p:nvCxnSpPr>
          <p:spPr>
            <a:xfrm>
              <a:off x="8252935" y="3399092"/>
              <a:ext cx="0" cy="677608"/>
            </a:xfrm>
            <a:prstGeom prst="line">
              <a:avLst/>
            </a:prstGeom>
            <a:ln w="76200">
              <a:solidFill>
                <a:srgbClr val="FCB618"/>
              </a:solidFill>
            </a:ln>
          </p:spPr>
          <p:style>
            <a:lnRef idx="2">
              <a:schemeClr val="accent1"/>
            </a:lnRef>
            <a:fillRef idx="0">
              <a:schemeClr val="accent1"/>
            </a:fillRef>
            <a:effectRef idx="1">
              <a:schemeClr val="accent1"/>
            </a:effectRef>
            <a:fontRef idx="minor">
              <a:schemeClr val="tx1"/>
            </a:fontRef>
          </p:style>
        </p:cxnSp>
      </p:grpSp>
      <p:sp>
        <p:nvSpPr>
          <p:cNvPr id="3" name="TextBox 2">
            <a:extLst>
              <a:ext uri="{FF2B5EF4-FFF2-40B4-BE49-F238E27FC236}">
                <a16:creationId xmlns:a16="http://schemas.microsoft.com/office/drawing/2014/main" id="{D08CD5A6-1EB5-FB15-219B-1BF5093DF75D}"/>
              </a:ext>
            </a:extLst>
          </p:cNvPr>
          <p:cNvSpPr txBox="1"/>
          <p:nvPr/>
        </p:nvSpPr>
        <p:spPr>
          <a:xfrm>
            <a:off x="897467" y="3023452"/>
            <a:ext cx="3970868" cy="923330"/>
          </a:xfrm>
          <a:prstGeom prst="rect">
            <a:avLst/>
          </a:prstGeom>
          <a:noFill/>
        </p:spPr>
        <p:txBody>
          <a:bodyPr wrap="square" rtlCol="0">
            <a:spAutoFit/>
          </a:bodyPr>
          <a:lstStyle/>
          <a:p>
            <a:r>
              <a:rPr lang="en-US" sz="3600" dirty="0" err="1">
                <a:solidFill>
                  <a:srgbClr val="1B1B27"/>
                </a:solidFill>
                <a:latin typeface="Times New Roman" panose="02020603050405020304" pitchFamily="18" charset="0"/>
                <a:ea typeface="Alexandria" pitchFamily="34" charset="-122"/>
                <a:cs typeface="Times New Roman" panose="02020603050405020304" pitchFamily="18" charset="0"/>
              </a:rPr>
              <a:t>Chức</a:t>
            </a:r>
            <a:r>
              <a:rPr lang="en-US" sz="3600" dirty="0">
                <a:solidFill>
                  <a:srgbClr val="1B1B27"/>
                </a:solidFill>
                <a:latin typeface="Times New Roman" panose="02020603050405020304" pitchFamily="18" charset="0"/>
                <a:ea typeface="Alexandria" pitchFamily="34" charset="-122"/>
                <a:cs typeface="Times New Roman" panose="02020603050405020304" pitchFamily="18" charset="0"/>
              </a:rPr>
              <a:t> </a:t>
            </a:r>
            <a:r>
              <a:rPr lang="en-US" sz="3600" dirty="0" err="1">
                <a:solidFill>
                  <a:srgbClr val="1B1B27"/>
                </a:solidFill>
                <a:latin typeface="Times New Roman" panose="02020603050405020304" pitchFamily="18" charset="0"/>
                <a:ea typeface="Alexandria" pitchFamily="34" charset="-122"/>
                <a:cs typeface="Times New Roman" panose="02020603050405020304" pitchFamily="18" charset="0"/>
              </a:rPr>
              <a:t>năng</a:t>
            </a:r>
            <a:r>
              <a:rPr lang="en-US" sz="3600" dirty="0">
                <a:solidFill>
                  <a:srgbClr val="1B1B27"/>
                </a:solidFill>
                <a:latin typeface="Times New Roman" panose="02020603050405020304" pitchFamily="18" charset="0"/>
                <a:ea typeface="Alexandria" pitchFamily="34" charset="-122"/>
                <a:cs typeface="Times New Roman" panose="02020603050405020304" pitchFamily="18" charset="0"/>
              </a:rPr>
              <a:t> </a:t>
            </a:r>
            <a:r>
              <a:rPr lang="en-US" sz="3600" dirty="0" err="1">
                <a:solidFill>
                  <a:srgbClr val="1B1B27"/>
                </a:solidFill>
                <a:latin typeface="Times New Roman" panose="02020603050405020304" pitchFamily="18" charset="0"/>
                <a:ea typeface="Alexandria" pitchFamily="34" charset="-122"/>
                <a:cs typeface="Times New Roman" panose="02020603050405020304" pitchFamily="18" charset="0"/>
              </a:rPr>
              <a:t>chính</a:t>
            </a:r>
            <a:r>
              <a:rPr lang="en-US" sz="3600" dirty="0">
                <a:solidFill>
                  <a:srgbClr val="1B1B27"/>
                </a:solidFill>
                <a:latin typeface="Times New Roman" panose="02020603050405020304" pitchFamily="18" charset="0"/>
                <a:ea typeface="Alexandria" pitchFamily="34" charset="-122"/>
                <a:cs typeface="Times New Roman" panose="02020603050405020304" pitchFamily="18" charset="0"/>
              </a:rPr>
              <a:t> :</a:t>
            </a:r>
            <a:endParaRPr lang="en-US" sz="3600" dirty="0">
              <a:latin typeface="Times New Roman" panose="02020603050405020304" pitchFamily="18" charset="0"/>
              <a:cs typeface="Times New Roman" panose="02020603050405020304" pitchFamily="18" charset="0"/>
            </a:endParaRPr>
          </a:p>
          <a:p>
            <a:endParaRPr lang="en-VN" dirty="0"/>
          </a:p>
        </p:txBody>
      </p:sp>
      <p:sp>
        <p:nvSpPr>
          <p:cNvPr id="7" name="TextBox 6">
            <a:extLst>
              <a:ext uri="{FF2B5EF4-FFF2-40B4-BE49-F238E27FC236}">
                <a16:creationId xmlns:a16="http://schemas.microsoft.com/office/drawing/2014/main" id="{2C12BA7E-8658-F2A2-233F-318163E0DC3B}"/>
              </a:ext>
            </a:extLst>
          </p:cNvPr>
          <p:cNvSpPr txBox="1"/>
          <p:nvPr/>
        </p:nvSpPr>
        <p:spPr>
          <a:xfrm>
            <a:off x="1469313" y="3683532"/>
            <a:ext cx="8923176" cy="3139321"/>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US" sz="2400" dirty="0">
                <a:latin typeface="Times New Roman" panose="02020603050405020304" pitchFamily="18" charset="0"/>
                <a:cs typeface="Times New Roman" panose="02020603050405020304" pitchFamily="18" charset="0"/>
              </a:rPr>
              <a:t>📋 </a:t>
            </a:r>
            <a:r>
              <a:rPr lang="en-US" sz="2400" b="1" dirty="0" err="1">
                <a:latin typeface="Times New Roman" panose="02020603050405020304" pitchFamily="18" charset="0"/>
                <a:cs typeface="Times New Roman" panose="02020603050405020304" pitchFamily="18" charset="0"/>
              </a:rPr>
              <a:t>Quản</a:t>
            </a:r>
            <a:r>
              <a:rPr lang="en-US" sz="2400" b="1" dirty="0">
                <a:latin typeface="Times New Roman" panose="02020603050405020304" pitchFamily="18" charset="0"/>
                <a:cs typeface="Times New Roman" panose="02020603050405020304" pitchFamily="18" charset="0"/>
              </a:rPr>
              <a:t> </a:t>
            </a:r>
            <a:r>
              <a:rPr lang="en-US" sz="2400" b="1" dirty="0" err="1">
                <a:latin typeface="Times New Roman" panose="02020603050405020304" pitchFamily="18" charset="0"/>
                <a:cs typeface="Times New Roman" panose="02020603050405020304" pitchFamily="18" charset="0"/>
              </a:rPr>
              <a:t>lý</a:t>
            </a:r>
            <a:r>
              <a:rPr lang="en-US" sz="2400" b="1" dirty="0">
                <a:latin typeface="Times New Roman" panose="02020603050405020304" pitchFamily="18" charset="0"/>
                <a:cs typeface="Times New Roman" panose="02020603050405020304" pitchFamily="18" charset="0"/>
              </a:rPr>
              <a:t> </a:t>
            </a:r>
            <a:r>
              <a:rPr lang="en-US" sz="2400" b="1" dirty="0" err="1">
                <a:latin typeface="Times New Roman" panose="02020603050405020304" pitchFamily="18" charset="0"/>
                <a:cs typeface="Times New Roman" panose="02020603050405020304" pitchFamily="18" charset="0"/>
              </a:rPr>
              <a:t>đơn</a:t>
            </a:r>
            <a:r>
              <a:rPr lang="en-US" sz="2400" b="1" dirty="0">
                <a:latin typeface="Times New Roman" panose="02020603050405020304" pitchFamily="18" charset="0"/>
                <a:cs typeface="Times New Roman" panose="02020603050405020304" pitchFamily="18" charset="0"/>
              </a:rPr>
              <a:t> </a:t>
            </a:r>
            <a:r>
              <a:rPr lang="en-US" sz="2400" b="1" dirty="0" err="1">
                <a:latin typeface="Times New Roman" panose="02020603050405020304" pitchFamily="18" charset="0"/>
                <a:cs typeface="Times New Roman" panose="02020603050405020304" pitchFamily="18" charset="0"/>
              </a:rPr>
              <a:t>hàng</a:t>
            </a:r>
            <a:r>
              <a:rPr lang="en-US" sz="2400" b="1" dirty="0">
                <a:latin typeface="Times New Roman" panose="02020603050405020304" pitchFamily="18" charset="0"/>
                <a:cs typeface="Times New Roman" panose="02020603050405020304" pitchFamily="18" charset="0"/>
              </a:rPr>
              <a:t> </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Xác</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nhận</a:t>
            </a:r>
            <a:r>
              <a:rPr lang="en-US" sz="2400" dirty="0">
                <a:latin typeface="Times New Roman" panose="02020603050405020304" pitchFamily="18" charset="0"/>
                <a:cs typeface="Times New Roman" panose="02020603050405020304" pitchFamily="18" charset="0"/>
              </a:rPr>
              <a:t> / </a:t>
            </a:r>
            <a:r>
              <a:rPr lang="en-US" sz="2400" dirty="0" err="1">
                <a:latin typeface="Times New Roman" panose="02020603050405020304" pitchFamily="18" charset="0"/>
                <a:cs typeface="Times New Roman" panose="02020603050405020304" pitchFamily="18" charset="0"/>
              </a:rPr>
              <a:t>từ</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chối</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đơn</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cập</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nhật</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trạng</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thái</a:t>
            </a:r>
            <a:endParaRPr lang="en-US" sz="2400" dirty="0">
              <a:latin typeface="Times New Roman" panose="02020603050405020304" pitchFamily="18" charset="0"/>
              <a:cs typeface="Times New Roman" panose="02020603050405020304" pitchFamily="18" charset="0"/>
            </a:endParaRPr>
          </a:p>
          <a:p>
            <a:pPr marL="285750" indent="-285750">
              <a:lnSpc>
                <a:spcPct val="150000"/>
              </a:lnSpc>
              <a:buFont typeface="Arial" panose="020B0604020202020204" pitchFamily="34" charset="0"/>
              <a:buChar char="•"/>
            </a:pPr>
            <a:r>
              <a:rPr lang="en-US" sz="2400" dirty="0">
                <a:latin typeface="Times New Roman" panose="02020603050405020304" pitchFamily="18" charset="0"/>
                <a:cs typeface="Times New Roman" panose="02020603050405020304" pitchFamily="18" charset="0"/>
              </a:rPr>
              <a:t>🍽️ </a:t>
            </a:r>
            <a:r>
              <a:rPr lang="en-US" sz="2400" b="1" dirty="0" err="1">
                <a:latin typeface="Times New Roman" panose="02020603050405020304" pitchFamily="18" charset="0"/>
                <a:cs typeface="Times New Roman" panose="02020603050405020304" pitchFamily="18" charset="0"/>
              </a:rPr>
              <a:t>Quản</a:t>
            </a:r>
            <a:r>
              <a:rPr lang="en-US" sz="2400" b="1" dirty="0">
                <a:latin typeface="Times New Roman" panose="02020603050405020304" pitchFamily="18" charset="0"/>
                <a:cs typeface="Times New Roman" panose="02020603050405020304" pitchFamily="18" charset="0"/>
              </a:rPr>
              <a:t> </a:t>
            </a:r>
            <a:r>
              <a:rPr lang="en-US" sz="2400" b="1" dirty="0" err="1">
                <a:latin typeface="Times New Roman" panose="02020603050405020304" pitchFamily="18" charset="0"/>
                <a:cs typeface="Times New Roman" panose="02020603050405020304" pitchFamily="18" charset="0"/>
              </a:rPr>
              <a:t>lý</a:t>
            </a:r>
            <a:r>
              <a:rPr lang="en-US" sz="2400" b="1" dirty="0">
                <a:latin typeface="Times New Roman" panose="02020603050405020304" pitchFamily="18" charset="0"/>
                <a:cs typeface="Times New Roman" panose="02020603050405020304" pitchFamily="18" charset="0"/>
              </a:rPr>
              <a:t> menu </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Thêm</a:t>
            </a:r>
            <a:r>
              <a:rPr lang="en-US" sz="2400" dirty="0">
                <a:latin typeface="Times New Roman" panose="02020603050405020304" pitchFamily="18" charset="0"/>
                <a:cs typeface="Times New Roman" panose="02020603050405020304" pitchFamily="18" charset="0"/>
              </a:rPr>
              <a:t>/</a:t>
            </a:r>
            <a:r>
              <a:rPr lang="en-US" sz="2400" dirty="0" err="1">
                <a:latin typeface="Times New Roman" panose="02020603050405020304" pitchFamily="18" charset="0"/>
                <a:cs typeface="Times New Roman" panose="02020603050405020304" pitchFamily="18" charset="0"/>
              </a:rPr>
              <a:t>sửa</a:t>
            </a:r>
            <a:r>
              <a:rPr lang="en-US" sz="2400" dirty="0">
                <a:latin typeface="Times New Roman" panose="02020603050405020304" pitchFamily="18" charset="0"/>
                <a:cs typeface="Times New Roman" panose="02020603050405020304" pitchFamily="18" charset="0"/>
              </a:rPr>
              <a:t>/</a:t>
            </a:r>
            <a:r>
              <a:rPr lang="en-US" sz="2400" dirty="0" err="1">
                <a:latin typeface="Times New Roman" panose="02020603050405020304" pitchFamily="18" charset="0"/>
                <a:cs typeface="Times New Roman" panose="02020603050405020304" pitchFamily="18" charset="0"/>
              </a:rPr>
              <a:t>xóa</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món</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ăn</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nhóm</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tùy</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chọn</a:t>
            </a:r>
            <a:endParaRPr lang="en-US" sz="2400" dirty="0">
              <a:latin typeface="Times New Roman" panose="02020603050405020304" pitchFamily="18" charset="0"/>
              <a:cs typeface="Times New Roman" panose="02020603050405020304" pitchFamily="18" charset="0"/>
            </a:endParaRPr>
          </a:p>
          <a:p>
            <a:pPr marL="285750" indent="-285750">
              <a:lnSpc>
                <a:spcPct val="150000"/>
              </a:lnSpc>
              <a:buFont typeface="Arial" panose="020B0604020202020204" pitchFamily="34" charset="0"/>
              <a:buChar char="•"/>
            </a:pPr>
            <a:r>
              <a:rPr lang="en-US" sz="2400" dirty="0">
                <a:latin typeface="Times New Roman" panose="02020603050405020304" pitchFamily="18" charset="0"/>
                <a:cs typeface="Times New Roman" panose="02020603050405020304" pitchFamily="18" charset="0"/>
              </a:rPr>
              <a:t>📊 </a:t>
            </a:r>
            <a:r>
              <a:rPr lang="en-US" sz="2400" b="1" dirty="0">
                <a:latin typeface="Times New Roman" panose="02020603050405020304" pitchFamily="18" charset="0"/>
                <a:cs typeface="Times New Roman" panose="02020603050405020304" pitchFamily="18" charset="0"/>
              </a:rPr>
              <a:t>Dashboard</a:t>
            </a:r>
            <a:r>
              <a:rPr lang="en-US" sz="2400" dirty="0">
                <a:latin typeface="Times New Roman" panose="02020603050405020304" pitchFamily="18" charset="0"/>
                <a:cs typeface="Times New Roman" panose="02020603050405020304" pitchFamily="18" charset="0"/>
              </a:rPr>
              <a:t> – </a:t>
            </a:r>
            <a:r>
              <a:rPr lang="en-US" sz="2400" dirty="0" err="1">
                <a:latin typeface="Times New Roman" panose="02020603050405020304" pitchFamily="18" charset="0"/>
                <a:cs typeface="Times New Roman" panose="02020603050405020304" pitchFamily="18" charset="0"/>
              </a:rPr>
              <a:t>Thống</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kê</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đơn</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hàng</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hôm</a:t>
            </a:r>
            <a:r>
              <a:rPr lang="en-US" sz="2400" dirty="0">
                <a:latin typeface="Times New Roman" panose="02020603050405020304" pitchFamily="18" charset="0"/>
                <a:cs typeface="Times New Roman" panose="02020603050405020304" pitchFamily="18" charset="0"/>
              </a:rPr>
              <a:t> nay, </a:t>
            </a:r>
            <a:r>
              <a:rPr lang="en-US" sz="2400" dirty="0" err="1">
                <a:latin typeface="Times New Roman" panose="02020603050405020304" pitchFamily="18" charset="0"/>
                <a:cs typeface="Times New Roman" panose="02020603050405020304" pitchFamily="18" charset="0"/>
              </a:rPr>
              <a:t>doanh</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thu</a:t>
            </a:r>
            <a:endParaRPr lang="en-US" sz="2400" dirty="0">
              <a:latin typeface="Times New Roman" panose="02020603050405020304" pitchFamily="18" charset="0"/>
              <a:cs typeface="Times New Roman" panose="02020603050405020304" pitchFamily="18" charset="0"/>
            </a:endParaRPr>
          </a:p>
          <a:p>
            <a:pPr marL="285750" indent="-285750">
              <a:lnSpc>
                <a:spcPct val="150000"/>
              </a:lnSpc>
              <a:buFont typeface="Arial" panose="020B0604020202020204" pitchFamily="34" charset="0"/>
              <a:buChar char="•"/>
            </a:pPr>
            <a:r>
              <a:rPr lang="en-US" sz="2400" dirty="0">
                <a:latin typeface="Times New Roman" panose="02020603050405020304" pitchFamily="18" charset="0"/>
                <a:cs typeface="Times New Roman" panose="02020603050405020304" pitchFamily="18" charset="0"/>
              </a:rPr>
              <a:t>💰 </a:t>
            </a:r>
            <a:r>
              <a:rPr lang="en-US" sz="2400" b="1" dirty="0" err="1">
                <a:latin typeface="Times New Roman" panose="02020603050405020304" pitchFamily="18" charset="0"/>
                <a:cs typeface="Times New Roman" panose="02020603050405020304" pitchFamily="18" charset="0"/>
              </a:rPr>
              <a:t>Báo</a:t>
            </a:r>
            <a:r>
              <a:rPr lang="en-US" sz="2400" b="1" dirty="0">
                <a:latin typeface="Times New Roman" panose="02020603050405020304" pitchFamily="18" charset="0"/>
                <a:cs typeface="Times New Roman" panose="02020603050405020304" pitchFamily="18" charset="0"/>
              </a:rPr>
              <a:t> </a:t>
            </a:r>
            <a:r>
              <a:rPr lang="en-US" sz="2400" b="1" dirty="0" err="1">
                <a:latin typeface="Times New Roman" panose="02020603050405020304" pitchFamily="18" charset="0"/>
                <a:cs typeface="Times New Roman" panose="02020603050405020304" pitchFamily="18" charset="0"/>
              </a:rPr>
              <a:t>cáo</a:t>
            </a:r>
            <a:r>
              <a:rPr lang="en-US" sz="2400" b="1" dirty="0">
                <a:latin typeface="Times New Roman" panose="02020603050405020304" pitchFamily="18" charset="0"/>
                <a:cs typeface="Times New Roman" panose="02020603050405020304" pitchFamily="18" charset="0"/>
              </a:rPr>
              <a:t> </a:t>
            </a:r>
            <a:r>
              <a:rPr lang="en-US" sz="2400" b="1" dirty="0" err="1">
                <a:latin typeface="Times New Roman" panose="02020603050405020304" pitchFamily="18" charset="0"/>
                <a:cs typeface="Times New Roman" panose="02020603050405020304" pitchFamily="18" charset="0"/>
              </a:rPr>
              <a:t>doanh</a:t>
            </a:r>
            <a:r>
              <a:rPr lang="en-US" sz="2400" b="1" dirty="0">
                <a:latin typeface="Times New Roman" panose="02020603050405020304" pitchFamily="18" charset="0"/>
                <a:cs typeface="Times New Roman" panose="02020603050405020304" pitchFamily="18" charset="0"/>
              </a:rPr>
              <a:t> </a:t>
            </a:r>
            <a:r>
              <a:rPr lang="en-US" sz="2400" b="1" dirty="0" err="1">
                <a:latin typeface="Times New Roman" panose="02020603050405020304" pitchFamily="18" charset="0"/>
                <a:cs typeface="Times New Roman" panose="02020603050405020304" pitchFamily="18" charset="0"/>
              </a:rPr>
              <a:t>thu</a:t>
            </a:r>
            <a:r>
              <a:rPr lang="en-US" sz="2400" b="1" dirty="0">
                <a:latin typeface="Times New Roman" panose="02020603050405020304" pitchFamily="18" charset="0"/>
                <a:cs typeface="Times New Roman" panose="02020603050405020304" pitchFamily="18" charset="0"/>
              </a:rPr>
              <a:t> </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Biểu</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đồ</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thống</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kê</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theo</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ngày</a:t>
            </a:r>
            <a:r>
              <a:rPr lang="en-US" sz="2400" dirty="0">
                <a:latin typeface="Times New Roman" panose="02020603050405020304" pitchFamily="18" charset="0"/>
                <a:cs typeface="Times New Roman" panose="02020603050405020304" pitchFamily="18" charset="0"/>
              </a:rPr>
              <a:t>/</a:t>
            </a:r>
            <a:r>
              <a:rPr lang="en-US" sz="2400" dirty="0" err="1">
                <a:latin typeface="Times New Roman" panose="02020603050405020304" pitchFamily="18" charset="0"/>
                <a:cs typeface="Times New Roman" panose="02020603050405020304" pitchFamily="18" charset="0"/>
              </a:rPr>
              <a:t>tháng</a:t>
            </a:r>
            <a:endParaRPr lang="en-US" sz="2400" dirty="0">
              <a:latin typeface="Times New Roman" panose="02020603050405020304" pitchFamily="18" charset="0"/>
              <a:cs typeface="Times New Roman" panose="02020603050405020304" pitchFamily="18" charset="0"/>
            </a:endParaRPr>
          </a:p>
          <a:p>
            <a:pPr marL="285750" indent="-285750">
              <a:lnSpc>
                <a:spcPct val="150000"/>
              </a:lnSpc>
              <a:buFont typeface="Arial" panose="020B0604020202020204" pitchFamily="34" charset="0"/>
              <a:buChar char="•"/>
            </a:pPr>
            <a:r>
              <a:rPr lang="en-US" sz="2400" dirty="0">
                <a:latin typeface="Times New Roman" panose="02020603050405020304" pitchFamily="18" charset="0"/>
                <a:cs typeface="Times New Roman" panose="02020603050405020304" pitchFamily="18" charset="0"/>
              </a:rPr>
              <a:t>👤 </a:t>
            </a:r>
            <a:r>
              <a:rPr lang="en-US" sz="2400" b="1" dirty="0" err="1">
                <a:latin typeface="Times New Roman" panose="02020603050405020304" pitchFamily="18" charset="0"/>
                <a:cs typeface="Times New Roman" panose="02020603050405020304" pitchFamily="18" charset="0"/>
              </a:rPr>
              <a:t>Hồ</a:t>
            </a:r>
            <a:r>
              <a:rPr lang="en-US" sz="2400" b="1" dirty="0">
                <a:latin typeface="Times New Roman" panose="02020603050405020304" pitchFamily="18" charset="0"/>
                <a:cs typeface="Times New Roman" panose="02020603050405020304" pitchFamily="18" charset="0"/>
              </a:rPr>
              <a:t> </a:t>
            </a:r>
            <a:r>
              <a:rPr lang="en-US" sz="2400" b="1" dirty="0" err="1">
                <a:latin typeface="Times New Roman" panose="02020603050405020304" pitchFamily="18" charset="0"/>
                <a:cs typeface="Times New Roman" panose="02020603050405020304" pitchFamily="18" charset="0"/>
              </a:rPr>
              <a:t>sơ</a:t>
            </a:r>
            <a:r>
              <a:rPr lang="en-US" sz="2400" b="1" dirty="0">
                <a:latin typeface="Times New Roman" panose="02020603050405020304" pitchFamily="18" charset="0"/>
                <a:cs typeface="Times New Roman" panose="02020603050405020304" pitchFamily="18" charset="0"/>
              </a:rPr>
              <a:t> </a:t>
            </a:r>
            <a:r>
              <a:rPr lang="en-US" sz="2400" b="1" dirty="0" err="1">
                <a:latin typeface="Times New Roman" panose="02020603050405020304" pitchFamily="18" charset="0"/>
                <a:cs typeface="Times New Roman" panose="02020603050405020304" pitchFamily="18" charset="0"/>
              </a:rPr>
              <a:t>nhà</a:t>
            </a:r>
            <a:r>
              <a:rPr lang="en-US" sz="2400" b="1" dirty="0">
                <a:latin typeface="Times New Roman" panose="02020603050405020304" pitchFamily="18" charset="0"/>
                <a:cs typeface="Times New Roman" panose="02020603050405020304" pitchFamily="18" charset="0"/>
              </a:rPr>
              <a:t> </a:t>
            </a:r>
            <a:r>
              <a:rPr lang="en-US" sz="2400" b="1" dirty="0" err="1">
                <a:latin typeface="Times New Roman" panose="02020603050405020304" pitchFamily="18" charset="0"/>
                <a:cs typeface="Times New Roman" panose="02020603050405020304" pitchFamily="18" charset="0"/>
              </a:rPr>
              <a:t>hàng</a:t>
            </a:r>
            <a:r>
              <a:rPr lang="en-US" sz="2400" b="1" dirty="0">
                <a:latin typeface="Times New Roman" panose="02020603050405020304" pitchFamily="18" charset="0"/>
                <a:cs typeface="Times New Roman" panose="02020603050405020304" pitchFamily="18" charset="0"/>
              </a:rPr>
              <a:t> </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Cập</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nhật</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tên</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địa</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chỉ</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hình</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ảnh</a:t>
            </a:r>
            <a:endParaRPr lang="en-US" sz="2400"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endParaRPr lang="en-VN" dirty="0"/>
          </a:p>
        </p:txBody>
      </p:sp>
      <p:sp>
        <p:nvSpPr>
          <p:cNvPr id="26" name="TextBox 25">
            <a:extLst>
              <a:ext uri="{FF2B5EF4-FFF2-40B4-BE49-F238E27FC236}">
                <a16:creationId xmlns:a16="http://schemas.microsoft.com/office/drawing/2014/main" id="{B44E0E26-2E51-1EEC-56AF-5A9448B6F69E}"/>
              </a:ext>
            </a:extLst>
          </p:cNvPr>
          <p:cNvSpPr txBox="1"/>
          <p:nvPr/>
        </p:nvSpPr>
        <p:spPr>
          <a:xfrm>
            <a:off x="1046325" y="6768217"/>
            <a:ext cx="4724400" cy="923330"/>
          </a:xfrm>
          <a:prstGeom prst="rect">
            <a:avLst/>
          </a:prstGeom>
          <a:noFill/>
        </p:spPr>
        <p:txBody>
          <a:bodyPr wrap="square" rtlCol="0">
            <a:spAutoFit/>
          </a:bodyPr>
          <a:lstStyle/>
          <a:p>
            <a:r>
              <a:rPr lang="en-US" sz="3600" dirty="0" err="1">
                <a:solidFill>
                  <a:srgbClr val="1B1B27"/>
                </a:solidFill>
                <a:latin typeface="Times New Roman" panose="02020603050405020304" pitchFamily="18" charset="0"/>
                <a:ea typeface="Alexandria" pitchFamily="34" charset="-122"/>
                <a:cs typeface="Times New Roman" panose="02020603050405020304" pitchFamily="18" charset="0"/>
              </a:rPr>
              <a:t>Luồng</a:t>
            </a:r>
            <a:r>
              <a:rPr lang="en-US" sz="3600" dirty="0">
                <a:solidFill>
                  <a:srgbClr val="1B1B27"/>
                </a:solidFill>
                <a:latin typeface="Times New Roman" panose="02020603050405020304" pitchFamily="18" charset="0"/>
                <a:ea typeface="Alexandria" pitchFamily="34" charset="-122"/>
                <a:cs typeface="Times New Roman" panose="02020603050405020304" pitchFamily="18" charset="0"/>
              </a:rPr>
              <a:t> </a:t>
            </a:r>
            <a:r>
              <a:rPr lang="en-US" sz="3600" dirty="0" err="1">
                <a:solidFill>
                  <a:srgbClr val="1B1B27"/>
                </a:solidFill>
                <a:latin typeface="Times New Roman" panose="02020603050405020304" pitchFamily="18" charset="0"/>
                <a:ea typeface="Alexandria" pitchFamily="34" charset="-122"/>
                <a:cs typeface="Times New Roman" panose="02020603050405020304" pitchFamily="18" charset="0"/>
              </a:rPr>
              <a:t>xử</a:t>
            </a:r>
            <a:r>
              <a:rPr lang="en-US" sz="3600" dirty="0">
                <a:solidFill>
                  <a:srgbClr val="1B1B27"/>
                </a:solidFill>
                <a:latin typeface="Times New Roman" panose="02020603050405020304" pitchFamily="18" charset="0"/>
                <a:ea typeface="Alexandria" pitchFamily="34" charset="-122"/>
                <a:cs typeface="Times New Roman" panose="02020603050405020304" pitchFamily="18" charset="0"/>
              </a:rPr>
              <a:t> </a:t>
            </a:r>
            <a:r>
              <a:rPr lang="en-US" sz="3600" dirty="0" err="1">
                <a:solidFill>
                  <a:srgbClr val="1B1B27"/>
                </a:solidFill>
                <a:latin typeface="Times New Roman" panose="02020603050405020304" pitchFamily="18" charset="0"/>
                <a:ea typeface="Alexandria" pitchFamily="34" charset="-122"/>
                <a:cs typeface="Times New Roman" panose="02020603050405020304" pitchFamily="18" charset="0"/>
              </a:rPr>
              <a:t>lý</a:t>
            </a:r>
            <a:r>
              <a:rPr lang="en-US" sz="3600" dirty="0">
                <a:solidFill>
                  <a:srgbClr val="1B1B27"/>
                </a:solidFill>
                <a:latin typeface="Times New Roman" panose="02020603050405020304" pitchFamily="18" charset="0"/>
                <a:ea typeface="Alexandria" pitchFamily="34" charset="-122"/>
                <a:cs typeface="Times New Roman" panose="02020603050405020304" pitchFamily="18" charset="0"/>
              </a:rPr>
              <a:t> </a:t>
            </a:r>
            <a:r>
              <a:rPr lang="en-US" sz="3600" dirty="0" err="1">
                <a:solidFill>
                  <a:srgbClr val="1B1B27"/>
                </a:solidFill>
                <a:latin typeface="Times New Roman" panose="02020603050405020304" pitchFamily="18" charset="0"/>
                <a:ea typeface="Alexandria" pitchFamily="34" charset="-122"/>
                <a:cs typeface="Times New Roman" panose="02020603050405020304" pitchFamily="18" charset="0"/>
              </a:rPr>
              <a:t>đơn</a:t>
            </a:r>
            <a:r>
              <a:rPr lang="en-US" sz="3600" dirty="0">
                <a:solidFill>
                  <a:srgbClr val="1B1B27"/>
                </a:solidFill>
                <a:latin typeface="Times New Roman" panose="02020603050405020304" pitchFamily="18" charset="0"/>
                <a:ea typeface="Alexandria" pitchFamily="34" charset="-122"/>
                <a:cs typeface="Times New Roman" panose="02020603050405020304" pitchFamily="18" charset="0"/>
              </a:rPr>
              <a:t> </a:t>
            </a:r>
            <a:r>
              <a:rPr lang="en-US" sz="3600" dirty="0" err="1">
                <a:solidFill>
                  <a:srgbClr val="1B1B27"/>
                </a:solidFill>
                <a:latin typeface="Times New Roman" panose="02020603050405020304" pitchFamily="18" charset="0"/>
                <a:ea typeface="Alexandria" pitchFamily="34" charset="-122"/>
                <a:cs typeface="Times New Roman" panose="02020603050405020304" pitchFamily="18" charset="0"/>
              </a:rPr>
              <a:t>hàng</a:t>
            </a:r>
            <a:r>
              <a:rPr lang="en-US" sz="3600" dirty="0">
                <a:solidFill>
                  <a:srgbClr val="1B1B27"/>
                </a:solidFill>
                <a:latin typeface="Times New Roman" panose="02020603050405020304" pitchFamily="18" charset="0"/>
                <a:ea typeface="Alexandria" pitchFamily="34" charset="-122"/>
                <a:cs typeface="Times New Roman" panose="02020603050405020304" pitchFamily="18" charset="0"/>
              </a:rPr>
              <a:t> :</a:t>
            </a:r>
            <a:endParaRPr lang="en-US" sz="3600" dirty="0">
              <a:latin typeface="Times New Roman" panose="02020603050405020304" pitchFamily="18" charset="0"/>
              <a:cs typeface="Times New Roman" panose="02020603050405020304" pitchFamily="18" charset="0"/>
            </a:endParaRPr>
          </a:p>
          <a:p>
            <a:endParaRPr lang="en-VN" dirty="0"/>
          </a:p>
        </p:txBody>
      </p:sp>
      <p:sp>
        <p:nvSpPr>
          <p:cNvPr id="27" name="TextBox 26">
            <a:extLst>
              <a:ext uri="{FF2B5EF4-FFF2-40B4-BE49-F238E27FC236}">
                <a16:creationId xmlns:a16="http://schemas.microsoft.com/office/drawing/2014/main" id="{D31E780E-37FC-3201-276A-A240A7F2DC72}"/>
              </a:ext>
            </a:extLst>
          </p:cNvPr>
          <p:cNvSpPr txBox="1"/>
          <p:nvPr/>
        </p:nvSpPr>
        <p:spPr>
          <a:xfrm>
            <a:off x="1503180" y="7595342"/>
            <a:ext cx="9067800" cy="738664"/>
          </a:xfrm>
          <a:prstGeom prst="rect">
            <a:avLst/>
          </a:prstGeom>
          <a:noFill/>
        </p:spPr>
        <p:txBody>
          <a:bodyPr wrap="square" rtlCol="0">
            <a:spAutoFit/>
          </a:bodyPr>
          <a:lstStyle/>
          <a:p>
            <a:r>
              <a:rPr lang="en-US" sz="2400" dirty="0" err="1">
                <a:solidFill>
                  <a:srgbClr val="404155"/>
                </a:solidFill>
                <a:latin typeface="Times New Roman" panose="02020603050405020304" pitchFamily="18" charset="0"/>
                <a:ea typeface="Nobile" pitchFamily="34" charset="-122"/>
                <a:cs typeface="Times New Roman" panose="02020603050405020304" pitchFamily="18" charset="0"/>
              </a:rPr>
              <a:t>Đơn</a:t>
            </a:r>
            <a:r>
              <a:rPr lang="en-US" sz="2400" dirty="0">
                <a:solidFill>
                  <a:srgbClr val="404155"/>
                </a:solidFill>
                <a:latin typeface="Times New Roman" panose="02020603050405020304" pitchFamily="18" charset="0"/>
                <a:ea typeface="Nobile" pitchFamily="34" charset="-122"/>
                <a:cs typeface="Times New Roman" panose="02020603050405020304" pitchFamily="18" charset="0"/>
              </a:rPr>
              <a:t> </a:t>
            </a:r>
            <a:r>
              <a:rPr lang="en-US" sz="2400" dirty="0" err="1">
                <a:solidFill>
                  <a:srgbClr val="404155"/>
                </a:solidFill>
                <a:latin typeface="Times New Roman" panose="02020603050405020304" pitchFamily="18" charset="0"/>
                <a:ea typeface="Nobile" pitchFamily="34" charset="-122"/>
                <a:cs typeface="Times New Roman" panose="02020603050405020304" pitchFamily="18" charset="0"/>
              </a:rPr>
              <a:t>mới</a:t>
            </a:r>
            <a:r>
              <a:rPr lang="en-US" sz="2400" dirty="0">
                <a:solidFill>
                  <a:srgbClr val="404155"/>
                </a:solidFill>
                <a:latin typeface="Times New Roman" panose="02020603050405020304" pitchFamily="18" charset="0"/>
                <a:ea typeface="Nobile" pitchFamily="34" charset="-122"/>
                <a:cs typeface="Times New Roman" panose="02020603050405020304" pitchFamily="18" charset="0"/>
              </a:rPr>
              <a:t> → </a:t>
            </a:r>
            <a:r>
              <a:rPr lang="en-US" sz="2400" dirty="0" err="1">
                <a:solidFill>
                  <a:srgbClr val="404155"/>
                </a:solidFill>
                <a:latin typeface="Times New Roman" panose="02020603050405020304" pitchFamily="18" charset="0"/>
                <a:ea typeface="Nobile" pitchFamily="34" charset="-122"/>
                <a:cs typeface="Times New Roman" panose="02020603050405020304" pitchFamily="18" charset="0"/>
              </a:rPr>
              <a:t>Xác</a:t>
            </a:r>
            <a:r>
              <a:rPr lang="en-US" sz="2400" dirty="0">
                <a:solidFill>
                  <a:srgbClr val="404155"/>
                </a:solidFill>
                <a:latin typeface="Times New Roman" panose="02020603050405020304" pitchFamily="18" charset="0"/>
                <a:ea typeface="Nobile" pitchFamily="34" charset="-122"/>
                <a:cs typeface="Times New Roman" panose="02020603050405020304" pitchFamily="18" charset="0"/>
              </a:rPr>
              <a:t> </a:t>
            </a:r>
            <a:r>
              <a:rPr lang="en-US" sz="2400" dirty="0" err="1">
                <a:solidFill>
                  <a:srgbClr val="404155"/>
                </a:solidFill>
                <a:latin typeface="Times New Roman" panose="02020603050405020304" pitchFamily="18" charset="0"/>
                <a:ea typeface="Nobile" pitchFamily="34" charset="-122"/>
                <a:cs typeface="Times New Roman" panose="02020603050405020304" pitchFamily="18" charset="0"/>
              </a:rPr>
              <a:t>nhận</a:t>
            </a:r>
            <a:r>
              <a:rPr lang="en-US" sz="2400" dirty="0">
                <a:solidFill>
                  <a:srgbClr val="404155"/>
                </a:solidFill>
                <a:latin typeface="Times New Roman" panose="02020603050405020304" pitchFamily="18" charset="0"/>
                <a:ea typeface="Nobile" pitchFamily="34" charset="-122"/>
                <a:cs typeface="Times New Roman" panose="02020603050405020304" pitchFamily="18" charset="0"/>
              </a:rPr>
              <a:t> → </a:t>
            </a:r>
            <a:r>
              <a:rPr lang="en-US" sz="2400" dirty="0" err="1">
                <a:solidFill>
                  <a:srgbClr val="404155"/>
                </a:solidFill>
                <a:latin typeface="Times New Roman" panose="02020603050405020304" pitchFamily="18" charset="0"/>
                <a:ea typeface="Nobile" pitchFamily="34" charset="-122"/>
                <a:cs typeface="Times New Roman" panose="02020603050405020304" pitchFamily="18" charset="0"/>
              </a:rPr>
              <a:t>Chờ</a:t>
            </a:r>
            <a:r>
              <a:rPr lang="en-US" sz="2400" dirty="0">
                <a:solidFill>
                  <a:srgbClr val="404155"/>
                </a:solidFill>
                <a:latin typeface="Times New Roman" panose="02020603050405020304" pitchFamily="18" charset="0"/>
                <a:ea typeface="Nobile" pitchFamily="34" charset="-122"/>
                <a:cs typeface="Times New Roman" panose="02020603050405020304" pitchFamily="18" charset="0"/>
              </a:rPr>
              <a:t> </a:t>
            </a:r>
            <a:r>
              <a:rPr lang="en-US" sz="2400" dirty="0" err="1">
                <a:solidFill>
                  <a:srgbClr val="404155"/>
                </a:solidFill>
                <a:latin typeface="Times New Roman" panose="02020603050405020304" pitchFamily="18" charset="0"/>
                <a:ea typeface="Nobile" pitchFamily="34" charset="-122"/>
                <a:cs typeface="Times New Roman" panose="02020603050405020304" pitchFamily="18" charset="0"/>
              </a:rPr>
              <a:t>tài</a:t>
            </a:r>
            <a:r>
              <a:rPr lang="en-US" sz="2400" dirty="0">
                <a:solidFill>
                  <a:srgbClr val="404155"/>
                </a:solidFill>
                <a:latin typeface="Times New Roman" panose="02020603050405020304" pitchFamily="18" charset="0"/>
                <a:ea typeface="Nobile" pitchFamily="34" charset="-122"/>
                <a:cs typeface="Times New Roman" panose="02020603050405020304" pitchFamily="18" charset="0"/>
              </a:rPr>
              <a:t> </a:t>
            </a:r>
            <a:r>
              <a:rPr lang="en-US" sz="2400" dirty="0" err="1">
                <a:solidFill>
                  <a:srgbClr val="404155"/>
                </a:solidFill>
                <a:latin typeface="Times New Roman" panose="02020603050405020304" pitchFamily="18" charset="0"/>
                <a:ea typeface="Nobile" pitchFamily="34" charset="-122"/>
                <a:cs typeface="Times New Roman" panose="02020603050405020304" pitchFamily="18" charset="0"/>
              </a:rPr>
              <a:t>xế</a:t>
            </a:r>
            <a:r>
              <a:rPr lang="en-US" sz="2400" dirty="0">
                <a:solidFill>
                  <a:srgbClr val="404155"/>
                </a:solidFill>
                <a:latin typeface="Times New Roman" panose="02020603050405020304" pitchFamily="18" charset="0"/>
                <a:ea typeface="Nobile" pitchFamily="34" charset="-122"/>
                <a:cs typeface="Times New Roman" panose="02020603050405020304" pitchFamily="18" charset="0"/>
              </a:rPr>
              <a:t> </a:t>
            </a:r>
            <a:r>
              <a:rPr lang="en-US" sz="2400" dirty="0" err="1">
                <a:solidFill>
                  <a:srgbClr val="404155"/>
                </a:solidFill>
                <a:latin typeface="Times New Roman" panose="02020603050405020304" pitchFamily="18" charset="0"/>
                <a:ea typeface="Nobile" pitchFamily="34" charset="-122"/>
                <a:cs typeface="Times New Roman" panose="02020603050405020304" pitchFamily="18" charset="0"/>
              </a:rPr>
              <a:t>nhận</a:t>
            </a:r>
            <a:r>
              <a:rPr lang="en-US" sz="2400" dirty="0">
                <a:solidFill>
                  <a:srgbClr val="404155"/>
                </a:solidFill>
                <a:latin typeface="Times New Roman" panose="02020603050405020304" pitchFamily="18" charset="0"/>
                <a:ea typeface="Nobile" pitchFamily="34" charset="-122"/>
                <a:cs typeface="Times New Roman" panose="02020603050405020304" pitchFamily="18" charset="0"/>
              </a:rPr>
              <a:t> → </a:t>
            </a:r>
            <a:r>
              <a:rPr lang="en-US" sz="2400" dirty="0" err="1">
                <a:solidFill>
                  <a:srgbClr val="404155"/>
                </a:solidFill>
                <a:latin typeface="Times New Roman" panose="02020603050405020304" pitchFamily="18" charset="0"/>
                <a:ea typeface="Nobile" pitchFamily="34" charset="-122"/>
                <a:cs typeface="Times New Roman" panose="02020603050405020304" pitchFamily="18" charset="0"/>
              </a:rPr>
              <a:t>Đang</a:t>
            </a:r>
            <a:r>
              <a:rPr lang="en-US" sz="2400" dirty="0">
                <a:solidFill>
                  <a:srgbClr val="404155"/>
                </a:solidFill>
                <a:latin typeface="Times New Roman" panose="02020603050405020304" pitchFamily="18" charset="0"/>
                <a:ea typeface="Nobile" pitchFamily="34" charset="-122"/>
                <a:cs typeface="Times New Roman" panose="02020603050405020304" pitchFamily="18" charset="0"/>
              </a:rPr>
              <a:t> </a:t>
            </a:r>
            <a:r>
              <a:rPr lang="en-US" sz="2400" dirty="0" err="1">
                <a:solidFill>
                  <a:srgbClr val="404155"/>
                </a:solidFill>
                <a:latin typeface="Times New Roman" panose="02020603050405020304" pitchFamily="18" charset="0"/>
                <a:ea typeface="Nobile" pitchFamily="34" charset="-122"/>
                <a:cs typeface="Times New Roman" panose="02020603050405020304" pitchFamily="18" charset="0"/>
              </a:rPr>
              <a:t>giao</a:t>
            </a:r>
            <a:r>
              <a:rPr lang="en-US" sz="2400" dirty="0">
                <a:solidFill>
                  <a:srgbClr val="404155"/>
                </a:solidFill>
                <a:latin typeface="Times New Roman" panose="02020603050405020304" pitchFamily="18" charset="0"/>
                <a:ea typeface="Nobile" pitchFamily="34" charset="-122"/>
                <a:cs typeface="Times New Roman" panose="02020603050405020304" pitchFamily="18" charset="0"/>
              </a:rPr>
              <a:t> → </a:t>
            </a:r>
            <a:r>
              <a:rPr lang="en-US" sz="2400" dirty="0" err="1">
                <a:solidFill>
                  <a:srgbClr val="404155"/>
                </a:solidFill>
                <a:latin typeface="Times New Roman" panose="02020603050405020304" pitchFamily="18" charset="0"/>
                <a:ea typeface="Nobile" pitchFamily="34" charset="-122"/>
                <a:cs typeface="Times New Roman" panose="02020603050405020304" pitchFamily="18" charset="0"/>
              </a:rPr>
              <a:t>Hoàn</a:t>
            </a:r>
            <a:r>
              <a:rPr lang="en-US" sz="2400" dirty="0">
                <a:solidFill>
                  <a:srgbClr val="404155"/>
                </a:solidFill>
                <a:latin typeface="Times New Roman" panose="02020603050405020304" pitchFamily="18" charset="0"/>
                <a:ea typeface="Nobile" pitchFamily="34" charset="-122"/>
                <a:cs typeface="Times New Roman" panose="02020603050405020304" pitchFamily="18" charset="0"/>
              </a:rPr>
              <a:t> </a:t>
            </a:r>
            <a:r>
              <a:rPr lang="en-US" sz="2400" dirty="0" err="1">
                <a:solidFill>
                  <a:srgbClr val="404155"/>
                </a:solidFill>
                <a:latin typeface="Times New Roman" panose="02020603050405020304" pitchFamily="18" charset="0"/>
                <a:ea typeface="Nobile" pitchFamily="34" charset="-122"/>
                <a:cs typeface="Times New Roman" panose="02020603050405020304" pitchFamily="18" charset="0"/>
              </a:rPr>
              <a:t>thành</a:t>
            </a:r>
            <a:endParaRPr lang="en-US" sz="2400" dirty="0">
              <a:latin typeface="Times New Roman" panose="02020603050405020304" pitchFamily="18" charset="0"/>
              <a:cs typeface="Times New Roman" panose="02020603050405020304" pitchFamily="18" charset="0"/>
            </a:endParaRPr>
          </a:p>
          <a:p>
            <a:endParaRPr lang="en-VN" dirty="0"/>
          </a:p>
        </p:txBody>
      </p:sp>
      <p:pic>
        <p:nvPicPr>
          <p:cNvPr id="29" name="Picture 28">
            <a:extLst>
              <a:ext uri="{FF2B5EF4-FFF2-40B4-BE49-F238E27FC236}">
                <a16:creationId xmlns:a16="http://schemas.microsoft.com/office/drawing/2014/main" id="{ED3D820C-120E-25F2-551B-D1A138A1CAB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715637" y="3314700"/>
            <a:ext cx="6883982" cy="4589321"/>
          </a:xfrm>
          <a:prstGeom prst="rect">
            <a:avLst/>
          </a:prstGeom>
        </p:spPr>
      </p:pic>
    </p:spTree>
    <p:extLst>
      <p:ext uri="{BB962C8B-B14F-4D97-AF65-F5344CB8AC3E}">
        <p14:creationId xmlns:p14="http://schemas.microsoft.com/office/powerpoint/2010/main" val="329977719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91F56F-46DA-2418-84C4-CC3A25E49259}"/>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CB8AE21F-24C4-CA61-6FC9-64CF32EF729C}"/>
              </a:ext>
            </a:extLst>
          </p:cNvPr>
          <p:cNvSpPr/>
          <p:nvPr/>
        </p:nvSpPr>
        <p:spPr>
          <a:xfrm>
            <a:off x="0" y="8336"/>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a:stretch>
          </a:blipFill>
        </p:spPr>
        <p:txBody>
          <a:bodyPr/>
          <a:lstStyle/>
          <a:p>
            <a:endParaRPr lang="vi-VN" dirty="0"/>
          </a:p>
        </p:txBody>
      </p:sp>
      <p:grpSp>
        <p:nvGrpSpPr>
          <p:cNvPr id="5" name="Group 4">
            <a:extLst>
              <a:ext uri="{FF2B5EF4-FFF2-40B4-BE49-F238E27FC236}">
                <a16:creationId xmlns:a16="http://schemas.microsoft.com/office/drawing/2014/main" id="{4A9EF983-C095-D360-F13F-802E69D4D0C9}"/>
              </a:ext>
            </a:extLst>
          </p:cNvPr>
          <p:cNvGrpSpPr/>
          <p:nvPr/>
        </p:nvGrpSpPr>
        <p:grpSpPr>
          <a:xfrm>
            <a:off x="914400" y="1638300"/>
            <a:ext cx="12157434" cy="1196225"/>
            <a:chOff x="8252935" y="2941902"/>
            <a:chExt cx="12157434" cy="1196225"/>
          </a:xfrm>
        </p:grpSpPr>
        <p:sp>
          <p:nvSpPr>
            <p:cNvPr id="6" name="TextBox 7">
              <a:extLst>
                <a:ext uri="{FF2B5EF4-FFF2-40B4-BE49-F238E27FC236}">
                  <a16:creationId xmlns:a16="http://schemas.microsoft.com/office/drawing/2014/main" id="{1DC8A47D-BF5C-35C8-915E-6D8D3A6755F6}"/>
                </a:ext>
              </a:extLst>
            </p:cNvPr>
            <p:cNvSpPr txBox="1"/>
            <p:nvPr/>
          </p:nvSpPr>
          <p:spPr>
            <a:xfrm>
              <a:off x="8549959" y="2941902"/>
              <a:ext cx="11860410" cy="1196225"/>
            </a:xfrm>
            <a:prstGeom prst="rect">
              <a:avLst/>
            </a:prstGeom>
          </p:spPr>
          <p:txBody>
            <a:bodyPr wrap="square" lIns="0" tIns="0" rIns="0" bIns="0" rtlCol="0" anchor="t">
              <a:spAutoFit/>
            </a:bodyPr>
            <a:lstStyle/>
            <a:p>
              <a:pPr>
                <a:lnSpc>
                  <a:spcPts val="10800"/>
                </a:lnSpc>
              </a:pPr>
              <a:r>
                <a:rPr lang="en-US" sz="4800" dirty="0" err="1">
                  <a:solidFill>
                    <a:srgbClr val="16458C"/>
                  </a:solidFill>
                  <a:latin typeface="Cambria" panose="02040503050406030204" pitchFamily="18" charset="0"/>
                  <a:ea typeface="Cambria" panose="02040503050406030204" pitchFamily="18" charset="0"/>
                  <a:cs typeface="Cambria"/>
                  <a:sym typeface="Cambria"/>
                </a:rPr>
                <a:t>Phân</a:t>
              </a:r>
              <a:r>
                <a:rPr lang="en-US" sz="4800" dirty="0">
                  <a:solidFill>
                    <a:srgbClr val="16458C"/>
                  </a:solidFill>
                  <a:latin typeface="Cambria" panose="02040503050406030204" pitchFamily="18" charset="0"/>
                  <a:ea typeface="Cambria" panose="02040503050406030204" pitchFamily="18" charset="0"/>
                  <a:cs typeface="Cambria"/>
                  <a:sym typeface="Cambria"/>
                </a:rPr>
                <a:t> </a:t>
              </a:r>
              <a:r>
                <a:rPr lang="en-US" sz="4800" dirty="0" err="1">
                  <a:solidFill>
                    <a:srgbClr val="16458C"/>
                  </a:solidFill>
                  <a:latin typeface="Cambria" panose="02040503050406030204" pitchFamily="18" charset="0"/>
                  <a:ea typeface="Cambria" panose="02040503050406030204" pitchFamily="18" charset="0"/>
                  <a:cs typeface="Cambria"/>
                  <a:sym typeface="Cambria"/>
                </a:rPr>
                <a:t>hệ</a:t>
              </a:r>
              <a:r>
                <a:rPr lang="en-US" sz="4800" dirty="0">
                  <a:solidFill>
                    <a:srgbClr val="16458C"/>
                  </a:solidFill>
                  <a:latin typeface="Cambria" panose="02040503050406030204" pitchFamily="18" charset="0"/>
                  <a:ea typeface="Cambria" panose="02040503050406030204" pitchFamily="18" charset="0"/>
                  <a:cs typeface="Cambria"/>
                  <a:sym typeface="Cambria"/>
                </a:rPr>
                <a:t> </a:t>
              </a:r>
              <a:r>
                <a:rPr lang="en-US" sz="4800" dirty="0" err="1">
                  <a:solidFill>
                    <a:srgbClr val="16458C"/>
                  </a:solidFill>
                  <a:latin typeface="Cambria" panose="02040503050406030204" pitchFamily="18" charset="0"/>
                  <a:ea typeface="Cambria" panose="02040503050406030204" pitchFamily="18" charset="0"/>
                  <a:cs typeface="Cambria"/>
                  <a:sym typeface="Cambria"/>
                </a:rPr>
                <a:t>tài</a:t>
              </a:r>
              <a:r>
                <a:rPr lang="en-US" sz="4800" dirty="0">
                  <a:solidFill>
                    <a:srgbClr val="16458C"/>
                  </a:solidFill>
                  <a:latin typeface="Cambria" panose="02040503050406030204" pitchFamily="18" charset="0"/>
                  <a:ea typeface="Cambria" panose="02040503050406030204" pitchFamily="18" charset="0"/>
                  <a:cs typeface="Cambria"/>
                  <a:sym typeface="Cambria"/>
                </a:rPr>
                <a:t> </a:t>
              </a:r>
              <a:r>
                <a:rPr lang="en-US" sz="4800" dirty="0" err="1">
                  <a:solidFill>
                    <a:srgbClr val="16458C"/>
                  </a:solidFill>
                  <a:latin typeface="Cambria" panose="02040503050406030204" pitchFamily="18" charset="0"/>
                  <a:ea typeface="Cambria" panose="02040503050406030204" pitchFamily="18" charset="0"/>
                  <a:cs typeface="Cambria"/>
                  <a:sym typeface="Cambria"/>
                </a:rPr>
                <a:t>xế</a:t>
              </a:r>
              <a:endParaRPr lang="en-US" sz="4800" dirty="0">
                <a:solidFill>
                  <a:srgbClr val="16458C"/>
                </a:solidFill>
                <a:latin typeface="Cambria" panose="02040503050406030204" pitchFamily="18" charset="0"/>
                <a:ea typeface="Cambria" panose="02040503050406030204" pitchFamily="18" charset="0"/>
                <a:cs typeface="Cambria"/>
                <a:sym typeface="Cambria"/>
              </a:endParaRPr>
            </a:p>
          </p:txBody>
        </p:sp>
        <p:cxnSp>
          <p:nvCxnSpPr>
            <p:cNvPr id="9" name="Straight Connector 8">
              <a:extLst>
                <a:ext uri="{FF2B5EF4-FFF2-40B4-BE49-F238E27FC236}">
                  <a16:creationId xmlns:a16="http://schemas.microsoft.com/office/drawing/2014/main" id="{4D4A16CA-EC0D-AB89-4D90-E0A030A203D1}"/>
                </a:ext>
              </a:extLst>
            </p:cNvPr>
            <p:cNvCxnSpPr>
              <a:cxnSpLocks/>
            </p:cNvCxnSpPr>
            <p:nvPr/>
          </p:nvCxnSpPr>
          <p:spPr>
            <a:xfrm>
              <a:off x="8252935" y="3399092"/>
              <a:ext cx="0" cy="677608"/>
            </a:xfrm>
            <a:prstGeom prst="line">
              <a:avLst/>
            </a:prstGeom>
            <a:ln w="76200">
              <a:solidFill>
                <a:srgbClr val="FCB618"/>
              </a:solidFill>
            </a:ln>
          </p:spPr>
          <p:style>
            <a:lnRef idx="2">
              <a:schemeClr val="accent1"/>
            </a:lnRef>
            <a:fillRef idx="0">
              <a:schemeClr val="accent1"/>
            </a:fillRef>
            <a:effectRef idx="1">
              <a:schemeClr val="accent1"/>
            </a:effectRef>
            <a:fontRef idx="minor">
              <a:schemeClr val="tx1"/>
            </a:fontRef>
          </p:style>
        </p:cxnSp>
      </p:grpSp>
      <p:pic>
        <p:nvPicPr>
          <p:cNvPr id="16" name="Image 0" descr="preencoded.png">
            <a:extLst>
              <a:ext uri="{FF2B5EF4-FFF2-40B4-BE49-F238E27FC236}">
                <a16:creationId xmlns:a16="http://schemas.microsoft.com/office/drawing/2014/main" id="{B6A51CA2-4807-4D50-24F5-AAA6D22654BC}"/>
              </a:ext>
            </a:extLst>
          </p:cNvPr>
          <p:cNvPicPr>
            <a:picLocks noChangeAspect="1"/>
          </p:cNvPicPr>
          <p:nvPr/>
        </p:nvPicPr>
        <p:blipFill>
          <a:blip r:embed="rId4"/>
          <a:stretch>
            <a:fillRect/>
          </a:stretch>
        </p:blipFill>
        <p:spPr>
          <a:xfrm>
            <a:off x="1981200" y="3172311"/>
            <a:ext cx="6937583" cy="703718"/>
          </a:xfrm>
          <a:prstGeom prst="rect">
            <a:avLst/>
          </a:prstGeom>
        </p:spPr>
      </p:pic>
      <p:pic>
        <p:nvPicPr>
          <p:cNvPr id="17" name="Image 1" descr="preencoded.png">
            <a:extLst>
              <a:ext uri="{FF2B5EF4-FFF2-40B4-BE49-F238E27FC236}">
                <a16:creationId xmlns:a16="http://schemas.microsoft.com/office/drawing/2014/main" id="{BAA39921-5EC1-0B47-96F5-0D7446216631}"/>
              </a:ext>
            </a:extLst>
          </p:cNvPr>
          <p:cNvPicPr>
            <a:picLocks noChangeAspect="1"/>
          </p:cNvPicPr>
          <p:nvPr/>
        </p:nvPicPr>
        <p:blipFill>
          <a:blip r:embed="rId5"/>
          <a:stretch>
            <a:fillRect/>
          </a:stretch>
        </p:blipFill>
        <p:spPr>
          <a:xfrm>
            <a:off x="8918783" y="3162300"/>
            <a:ext cx="6937583" cy="703718"/>
          </a:xfrm>
          <a:prstGeom prst="rect">
            <a:avLst/>
          </a:prstGeom>
        </p:spPr>
      </p:pic>
      <p:pic>
        <p:nvPicPr>
          <p:cNvPr id="18" name="Image 2" descr="preencoded.png">
            <a:extLst>
              <a:ext uri="{FF2B5EF4-FFF2-40B4-BE49-F238E27FC236}">
                <a16:creationId xmlns:a16="http://schemas.microsoft.com/office/drawing/2014/main" id="{A82221DC-4858-F23D-6C1F-1AC8C83E6E2E}"/>
              </a:ext>
            </a:extLst>
          </p:cNvPr>
          <p:cNvPicPr>
            <a:picLocks noChangeAspect="1"/>
          </p:cNvPicPr>
          <p:nvPr/>
        </p:nvPicPr>
        <p:blipFill>
          <a:blip r:embed="rId6"/>
          <a:stretch>
            <a:fillRect/>
          </a:stretch>
        </p:blipFill>
        <p:spPr>
          <a:xfrm>
            <a:off x="1981199" y="4888416"/>
            <a:ext cx="6937583" cy="703718"/>
          </a:xfrm>
          <a:prstGeom prst="rect">
            <a:avLst/>
          </a:prstGeom>
        </p:spPr>
      </p:pic>
      <p:pic>
        <p:nvPicPr>
          <p:cNvPr id="19" name="Image 3" descr="preencoded.png">
            <a:extLst>
              <a:ext uri="{FF2B5EF4-FFF2-40B4-BE49-F238E27FC236}">
                <a16:creationId xmlns:a16="http://schemas.microsoft.com/office/drawing/2014/main" id="{35F38724-9B59-99F9-CF29-763478F8CF62}"/>
              </a:ext>
            </a:extLst>
          </p:cNvPr>
          <p:cNvPicPr>
            <a:picLocks noChangeAspect="1"/>
          </p:cNvPicPr>
          <p:nvPr/>
        </p:nvPicPr>
        <p:blipFill>
          <a:blip r:embed="rId7"/>
          <a:stretch>
            <a:fillRect/>
          </a:stretch>
        </p:blipFill>
        <p:spPr>
          <a:xfrm>
            <a:off x="8918783" y="4885603"/>
            <a:ext cx="6937583" cy="703718"/>
          </a:xfrm>
          <a:prstGeom prst="rect">
            <a:avLst/>
          </a:prstGeom>
        </p:spPr>
      </p:pic>
      <p:pic>
        <p:nvPicPr>
          <p:cNvPr id="20" name="Image 4" descr="preencoded.png">
            <a:extLst>
              <a:ext uri="{FF2B5EF4-FFF2-40B4-BE49-F238E27FC236}">
                <a16:creationId xmlns:a16="http://schemas.microsoft.com/office/drawing/2014/main" id="{8F02B98D-B201-D513-2F4B-25C23DB38623}"/>
              </a:ext>
            </a:extLst>
          </p:cNvPr>
          <p:cNvPicPr>
            <a:picLocks noChangeAspect="1"/>
          </p:cNvPicPr>
          <p:nvPr/>
        </p:nvPicPr>
        <p:blipFill>
          <a:blip r:embed="rId8"/>
          <a:stretch>
            <a:fillRect/>
          </a:stretch>
        </p:blipFill>
        <p:spPr>
          <a:xfrm>
            <a:off x="1981198" y="6694215"/>
            <a:ext cx="6937583" cy="703718"/>
          </a:xfrm>
          <a:prstGeom prst="rect">
            <a:avLst/>
          </a:prstGeom>
        </p:spPr>
      </p:pic>
      <p:pic>
        <p:nvPicPr>
          <p:cNvPr id="21" name="Image 5" descr="preencoded.png">
            <a:extLst>
              <a:ext uri="{FF2B5EF4-FFF2-40B4-BE49-F238E27FC236}">
                <a16:creationId xmlns:a16="http://schemas.microsoft.com/office/drawing/2014/main" id="{B54B1F8B-DA90-1D73-DB98-014698EFB424}"/>
              </a:ext>
            </a:extLst>
          </p:cNvPr>
          <p:cNvPicPr>
            <a:picLocks noChangeAspect="1"/>
          </p:cNvPicPr>
          <p:nvPr/>
        </p:nvPicPr>
        <p:blipFill>
          <a:blip r:embed="rId9"/>
          <a:stretch>
            <a:fillRect/>
          </a:stretch>
        </p:blipFill>
        <p:spPr>
          <a:xfrm>
            <a:off x="8918783" y="6667500"/>
            <a:ext cx="6937583" cy="703718"/>
          </a:xfrm>
          <a:prstGeom prst="rect">
            <a:avLst/>
          </a:prstGeom>
        </p:spPr>
      </p:pic>
      <p:sp>
        <p:nvSpPr>
          <p:cNvPr id="22" name="TextBox 21">
            <a:extLst>
              <a:ext uri="{FF2B5EF4-FFF2-40B4-BE49-F238E27FC236}">
                <a16:creationId xmlns:a16="http://schemas.microsoft.com/office/drawing/2014/main" id="{8F33A601-60A5-FF95-1767-734AA2427DF9}"/>
              </a:ext>
            </a:extLst>
          </p:cNvPr>
          <p:cNvSpPr txBox="1"/>
          <p:nvPr/>
        </p:nvSpPr>
        <p:spPr>
          <a:xfrm>
            <a:off x="4536229" y="3882426"/>
            <a:ext cx="2510369" cy="523220"/>
          </a:xfrm>
          <a:prstGeom prst="rect">
            <a:avLst/>
          </a:prstGeom>
          <a:noFill/>
        </p:spPr>
        <p:txBody>
          <a:bodyPr wrap="square" rtlCol="0">
            <a:spAutoFit/>
          </a:bodyPr>
          <a:lstStyle/>
          <a:p>
            <a:r>
              <a:rPr lang="en-US" sz="2800" b="1" dirty="0">
                <a:solidFill>
                  <a:srgbClr val="404155"/>
                </a:solidFill>
                <a:latin typeface="Times New Roman" panose="02020603050405020304" pitchFamily="18" charset="0"/>
                <a:ea typeface="Alexandria" pitchFamily="34" charset="-122"/>
                <a:cs typeface="Times New Roman" panose="02020603050405020304" pitchFamily="18" charset="0"/>
              </a:rPr>
              <a:t>Dashboard</a:t>
            </a:r>
            <a:endParaRPr lang="en-VN" sz="2800" b="1" dirty="0">
              <a:latin typeface="Times New Roman" panose="02020603050405020304" pitchFamily="18" charset="0"/>
              <a:cs typeface="Times New Roman" panose="02020603050405020304" pitchFamily="18" charset="0"/>
            </a:endParaRPr>
          </a:p>
        </p:txBody>
      </p:sp>
      <p:sp>
        <p:nvSpPr>
          <p:cNvPr id="23" name="TextBox 22">
            <a:extLst>
              <a:ext uri="{FF2B5EF4-FFF2-40B4-BE49-F238E27FC236}">
                <a16:creationId xmlns:a16="http://schemas.microsoft.com/office/drawing/2014/main" id="{CD0F41BA-C179-E72D-6B5F-56C003BF3D36}"/>
              </a:ext>
            </a:extLst>
          </p:cNvPr>
          <p:cNvSpPr txBox="1"/>
          <p:nvPr/>
        </p:nvSpPr>
        <p:spPr>
          <a:xfrm>
            <a:off x="4137233" y="4345415"/>
            <a:ext cx="4343400" cy="369332"/>
          </a:xfrm>
          <a:prstGeom prst="rect">
            <a:avLst/>
          </a:prstGeom>
          <a:noFill/>
        </p:spPr>
        <p:txBody>
          <a:bodyPr wrap="square" rtlCol="0">
            <a:spAutoFit/>
          </a:bodyPr>
          <a:lstStyle/>
          <a:p>
            <a:r>
              <a:rPr lang="en-US" dirty="0" err="1">
                <a:solidFill>
                  <a:srgbClr val="404155"/>
                </a:solidFill>
                <a:latin typeface="Times New Roman" panose="02020603050405020304" pitchFamily="18" charset="0"/>
                <a:ea typeface="Alexandria" pitchFamily="34" charset="-122"/>
                <a:cs typeface="Times New Roman" panose="02020603050405020304" pitchFamily="18" charset="0"/>
              </a:rPr>
              <a:t>Tổng</a:t>
            </a:r>
            <a:r>
              <a:rPr lang="en-US" dirty="0">
                <a:solidFill>
                  <a:srgbClr val="404155"/>
                </a:solidFill>
                <a:latin typeface="Times New Roman" panose="02020603050405020304" pitchFamily="18" charset="0"/>
                <a:ea typeface="Alexandria" pitchFamily="34" charset="-122"/>
                <a:cs typeface="Times New Roman" panose="02020603050405020304" pitchFamily="18" charset="0"/>
              </a:rPr>
              <a:t> </a:t>
            </a:r>
            <a:r>
              <a:rPr lang="en-US" dirty="0" err="1">
                <a:solidFill>
                  <a:srgbClr val="404155"/>
                </a:solidFill>
                <a:latin typeface="Times New Roman" panose="02020603050405020304" pitchFamily="18" charset="0"/>
                <a:ea typeface="Alexandria" pitchFamily="34" charset="-122"/>
                <a:cs typeface="Times New Roman" panose="02020603050405020304" pitchFamily="18" charset="0"/>
              </a:rPr>
              <a:t>đơn</a:t>
            </a:r>
            <a:r>
              <a:rPr lang="en-US" dirty="0">
                <a:solidFill>
                  <a:srgbClr val="404155"/>
                </a:solidFill>
                <a:latin typeface="Times New Roman" panose="02020603050405020304" pitchFamily="18" charset="0"/>
                <a:ea typeface="Alexandria" pitchFamily="34" charset="-122"/>
                <a:cs typeface="Times New Roman" panose="02020603050405020304" pitchFamily="18" charset="0"/>
              </a:rPr>
              <a:t> </a:t>
            </a:r>
            <a:r>
              <a:rPr lang="en-US" dirty="0" err="1">
                <a:solidFill>
                  <a:srgbClr val="404155"/>
                </a:solidFill>
                <a:latin typeface="Times New Roman" panose="02020603050405020304" pitchFamily="18" charset="0"/>
                <a:ea typeface="Alexandria" pitchFamily="34" charset="-122"/>
                <a:cs typeface="Times New Roman" panose="02020603050405020304" pitchFamily="18" charset="0"/>
              </a:rPr>
              <a:t>hoàn</a:t>
            </a:r>
            <a:r>
              <a:rPr lang="en-US" dirty="0">
                <a:solidFill>
                  <a:srgbClr val="404155"/>
                </a:solidFill>
                <a:latin typeface="Times New Roman" panose="02020603050405020304" pitchFamily="18" charset="0"/>
                <a:ea typeface="Alexandria" pitchFamily="34" charset="-122"/>
                <a:cs typeface="Times New Roman" panose="02020603050405020304" pitchFamily="18" charset="0"/>
              </a:rPr>
              <a:t> </a:t>
            </a:r>
            <a:r>
              <a:rPr lang="en-US" dirty="0" err="1">
                <a:solidFill>
                  <a:srgbClr val="404155"/>
                </a:solidFill>
                <a:latin typeface="Times New Roman" panose="02020603050405020304" pitchFamily="18" charset="0"/>
                <a:ea typeface="Alexandria" pitchFamily="34" charset="-122"/>
                <a:cs typeface="Times New Roman" panose="02020603050405020304" pitchFamily="18" charset="0"/>
              </a:rPr>
              <a:t>thành</a:t>
            </a:r>
            <a:r>
              <a:rPr lang="en-US" dirty="0">
                <a:solidFill>
                  <a:srgbClr val="404155"/>
                </a:solidFill>
                <a:latin typeface="Times New Roman" panose="02020603050405020304" pitchFamily="18" charset="0"/>
                <a:ea typeface="Alexandria" pitchFamily="34" charset="-122"/>
                <a:cs typeface="Times New Roman" panose="02020603050405020304" pitchFamily="18" charset="0"/>
              </a:rPr>
              <a:t>, </a:t>
            </a:r>
            <a:r>
              <a:rPr lang="en-US" dirty="0" err="1">
                <a:solidFill>
                  <a:srgbClr val="404155"/>
                </a:solidFill>
                <a:latin typeface="Times New Roman" panose="02020603050405020304" pitchFamily="18" charset="0"/>
                <a:ea typeface="Alexandria" pitchFamily="34" charset="-122"/>
                <a:cs typeface="Times New Roman" panose="02020603050405020304" pitchFamily="18" charset="0"/>
              </a:rPr>
              <a:t>thu</a:t>
            </a:r>
            <a:r>
              <a:rPr lang="en-US" dirty="0">
                <a:solidFill>
                  <a:srgbClr val="404155"/>
                </a:solidFill>
                <a:latin typeface="Times New Roman" panose="02020603050405020304" pitchFamily="18" charset="0"/>
                <a:ea typeface="Alexandria" pitchFamily="34" charset="-122"/>
                <a:cs typeface="Times New Roman" panose="02020603050405020304" pitchFamily="18" charset="0"/>
              </a:rPr>
              <a:t> </a:t>
            </a:r>
            <a:r>
              <a:rPr lang="en-US" dirty="0" err="1">
                <a:solidFill>
                  <a:srgbClr val="404155"/>
                </a:solidFill>
                <a:latin typeface="Times New Roman" panose="02020603050405020304" pitchFamily="18" charset="0"/>
                <a:ea typeface="Alexandria" pitchFamily="34" charset="-122"/>
                <a:cs typeface="Times New Roman" panose="02020603050405020304" pitchFamily="18" charset="0"/>
              </a:rPr>
              <a:t>nhập</a:t>
            </a:r>
            <a:endParaRPr lang="en-VN" dirty="0"/>
          </a:p>
        </p:txBody>
      </p:sp>
      <p:sp>
        <p:nvSpPr>
          <p:cNvPr id="24" name="TextBox 23">
            <a:extLst>
              <a:ext uri="{FF2B5EF4-FFF2-40B4-BE49-F238E27FC236}">
                <a16:creationId xmlns:a16="http://schemas.microsoft.com/office/drawing/2014/main" id="{7F1169A6-5FF9-44D7-2C5A-F038B34A6549}"/>
              </a:ext>
            </a:extLst>
          </p:cNvPr>
          <p:cNvSpPr txBox="1"/>
          <p:nvPr/>
        </p:nvSpPr>
        <p:spPr>
          <a:xfrm>
            <a:off x="11500688" y="3825857"/>
            <a:ext cx="2510369" cy="523220"/>
          </a:xfrm>
          <a:prstGeom prst="rect">
            <a:avLst/>
          </a:prstGeom>
          <a:noFill/>
        </p:spPr>
        <p:txBody>
          <a:bodyPr wrap="square" rtlCol="0">
            <a:spAutoFit/>
          </a:bodyPr>
          <a:lstStyle/>
          <a:p>
            <a:r>
              <a:rPr lang="en-US" sz="2800" b="1" dirty="0" err="1">
                <a:solidFill>
                  <a:srgbClr val="404155"/>
                </a:solidFill>
                <a:latin typeface="Times New Roman" panose="02020603050405020304" pitchFamily="18" charset="0"/>
                <a:ea typeface="Alexandria" pitchFamily="34" charset="-122"/>
                <a:cs typeface="Times New Roman" panose="02020603050405020304" pitchFamily="18" charset="0"/>
              </a:rPr>
              <a:t>Nhận</a:t>
            </a:r>
            <a:r>
              <a:rPr lang="en-US" sz="2800" b="1" dirty="0">
                <a:solidFill>
                  <a:srgbClr val="404155"/>
                </a:solidFill>
                <a:latin typeface="Times New Roman" panose="02020603050405020304" pitchFamily="18" charset="0"/>
                <a:ea typeface="Alexandria" pitchFamily="34" charset="-122"/>
                <a:cs typeface="Times New Roman" panose="02020603050405020304" pitchFamily="18" charset="0"/>
              </a:rPr>
              <a:t> </a:t>
            </a:r>
            <a:r>
              <a:rPr lang="en-US" sz="2800" b="1" dirty="0" err="1">
                <a:solidFill>
                  <a:srgbClr val="404155"/>
                </a:solidFill>
                <a:latin typeface="Times New Roman" panose="02020603050405020304" pitchFamily="18" charset="0"/>
                <a:ea typeface="Alexandria" pitchFamily="34" charset="-122"/>
                <a:cs typeface="Times New Roman" panose="02020603050405020304" pitchFamily="18" charset="0"/>
              </a:rPr>
              <a:t>đơn</a:t>
            </a:r>
            <a:endParaRPr lang="en-VN" sz="2800" b="1" dirty="0">
              <a:latin typeface="Times New Roman" panose="02020603050405020304" pitchFamily="18" charset="0"/>
              <a:cs typeface="Times New Roman" panose="02020603050405020304" pitchFamily="18" charset="0"/>
            </a:endParaRPr>
          </a:p>
        </p:txBody>
      </p:sp>
      <p:sp>
        <p:nvSpPr>
          <p:cNvPr id="25" name="TextBox 24">
            <a:extLst>
              <a:ext uri="{FF2B5EF4-FFF2-40B4-BE49-F238E27FC236}">
                <a16:creationId xmlns:a16="http://schemas.microsoft.com/office/drawing/2014/main" id="{E5F323D4-F577-9332-461E-3608DDA2356B}"/>
              </a:ext>
            </a:extLst>
          </p:cNvPr>
          <p:cNvSpPr txBox="1"/>
          <p:nvPr/>
        </p:nvSpPr>
        <p:spPr>
          <a:xfrm>
            <a:off x="9998707" y="4330647"/>
            <a:ext cx="4777733" cy="369332"/>
          </a:xfrm>
          <a:prstGeom prst="rect">
            <a:avLst/>
          </a:prstGeom>
          <a:noFill/>
        </p:spPr>
        <p:txBody>
          <a:bodyPr wrap="square" rtlCol="0">
            <a:spAutoFit/>
          </a:bodyPr>
          <a:lstStyle/>
          <a:p>
            <a:r>
              <a:rPr lang="en-US" dirty="0" err="1">
                <a:solidFill>
                  <a:srgbClr val="404155"/>
                </a:solidFill>
                <a:latin typeface="Times New Roman" panose="02020603050405020304" pitchFamily="18" charset="0"/>
                <a:ea typeface="Alexandria" pitchFamily="34" charset="-122"/>
                <a:cs typeface="Times New Roman" panose="02020603050405020304" pitchFamily="18" charset="0"/>
              </a:rPr>
              <a:t>Xem</a:t>
            </a:r>
            <a:r>
              <a:rPr lang="en-US" dirty="0">
                <a:solidFill>
                  <a:srgbClr val="404155"/>
                </a:solidFill>
                <a:latin typeface="Times New Roman" panose="02020603050405020304" pitchFamily="18" charset="0"/>
                <a:ea typeface="Alexandria" pitchFamily="34" charset="-122"/>
                <a:cs typeface="Times New Roman" panose="02020603050405020304" pitchFamily="18" charset="0"/>
              </a:rPr>
              <a:t> </a:t>
            </a:r>
            <a:r>
              <a:rPr lang="en-US" dirty="0" err="1">
                <a:solidFill>
                  <a:srgbClr val="404155"/>
                </a:solidFill>
                <a:latin typeface="Times New Roman" panose="02020603050405020304" pitchFamily="18" charset="0"/>
                <a:ea typeface="Alexandria" pitchFamily="34" charset="-122"/>
                <a:cs typeface="Times New Roman" panose="02020603050405020304" pitchFamily="18" charset="0"/>
              </a:rPr>
              <a:t>đơn</a:t>
            </a:r>
            <a:r>
              <a:rPr lang="en-US" dirty="0">
                <a:solidFill>
                  <a:srgbClr val="404155"/>
                </a:solidFill>
                <a:latin typeface="Times New Roman" panose="02020603050405020304" pitchFamily="18" charset="0"/>
                <a:ea typeface="Alexandria" pitchFamily="34" charset="-122"/>
                <a:cs typeface="Times New Roman" panose="02020603050405020304" pitchFamily="18" charset="0"/>
              </a:rPr>
              <a:t> </a:t>
            </a:r>
            <a:r>
              <a:rPr lang="en-US" dirty="0" err="1">
                <a:solidFill>
                  <a:srgbClr val="404155"/>
                </a:solidFill>
                <a:latin typeface="Times New Roman" panose="02020603050405020304" pitchFamily="18" charset="0"/>
                <a:ea typeface="Alexandria" pitchFamily="34" charset="-122"/>
                <a:cs typeface="Times New Roman" panose="02020603050405020304" pitchFamily="18" charset="0"/>
              </a:rPr>
              <a:t>hàng</a:t>
            </a:r>
            <a:r>
              <a:rPr lang="en-US" dirty="0">
                <a:solidFill>
                  <a:srgbClr val="404155"/>
                </a:solidFill>
                <a:latin typeface="Times New Roman" panose="02020603050405020304" pitchFamily="18" charset="0"/>
                <a:ea typeface="Alexandria" pitchFamily="34" charset="-122"/>
                <a:cs typeface="Times New Roman" panose="02020603050405020304" pitchFamily="18" charset="0"/>
              </a:rPr>
              <a:t> </a:t>
            </a:r>
            <a:r>
              <a:rPr lang="en-US" dirty="0" err="1">
                <a:solidFill>
                  <a:srgbClr val="404155"/>
                </a:solidFill>
                <a:latin typeface="Times New Roman" panose="02020603050405020304" pitchFamily="18" charset="0"/>
                <a:ea typeface="Alexandria" pitchFamily="34" charset="-122"/>
                <a:cs typeface="Times New Roman" panose="02020603050405020304" pitchFamily="18" charset="0"/>
              </a:rPr>
              <a:t>mới</a:t>
            </a:r>
            <a:r>
              <a:rPr lang="en-US" dirty="0">
                <a:solidFill>
                  <a:srgbClr val="404155"/>
                </a:solidFill>
                <a:latin typeface="Times New Roman" panose="02020603050405020304" pitchFamily="18" charset="0"/>
                <a:ea typeface="Alexandria" pitchFamily="34" charset="-122"/>
                <a:cs typeface="Times New Roman" panose="02020603050405020304" pitchFamily="18" charset="0"/>
              </a:rPr>
              <a:t>, </a:t>
            </a:r>
            <a:r>
              <a:rPr lang="en-US" dirty="0" err="1">
                <a:solidFill>
                  <a:srgbClr val="404155"/>
                </a:solidFill>
                <a:latin typeface="Times New Roman" panose="02020603050405020304" pitchFamily="18" charset="0"/>
                <a:ea typeface="Alexandria" pitchFamily="34" charset="-122"/>
                <a:cs typeface="Times New Roman" panose="02020603050405020304" pitchFamily="18" charset="0"/>
              </a:rPr>
              <a:t>chấp</a:t>
            </a:r>
            <a:r>
              <a:rPr lang="en-US" dirty="0">
                <a:solidFill>
                  <a:srgbClr val="404155"/>
                </a:solidFill>
                <a:latin typeface="Times New Roman" panose="02020603050405020304" pitchFamily="18" charset="0"/>
                <a:ea typeface="Alexandria" pitchFamily="34" charset="-122"/>
                <a:cs typeface="Times New Roman" panose="02020603050405020304" pitchFamily="18" charset="0"/>
              </a:rPr>
              <a:t> </a:t>
            </a:r>
            <a:r>
              <a:rPr lang="en-US" dirty="0" err="1">
                <a:solidFill>
                  <a:srgbClr val="404155"/>
                </a:solidFill>
                <a:latin typeface="Times New Roman" panose="02020603050405020304" pitchFamily="18" charset="0"/>
                <a:ea typeface="Alexandria" pitchFamily="34" charset="-122"/>
                <a:cs typeface="Times New Roman" panose="02020603050405020304" pitchFamily="18" charset="0"/>
              </a:rPr>
              <a:t>nhận</a:t>
            </a:r>
            <a:r>
              <a:rPr lang="en-US" dirty="0">
                <a:solidFill>
                  <a:srgbClr val="404155"/>
                </a:solidFill>
                <a:latin typeface="Times New Roman" panose="02020603050405020304" pitchFamily="18" charset="0"/>
                <a:ea typeface="Alexandria" pitchFamily="34" charset="-122"/>
                <a:cs typeface="Times New Roman" panose="02020603050405020304" pitchFamily="18" charset="0"/>
              </a:rPr>
              <a:t> / </a:t>
            </a:r>
            <a:r>
              <a:rPr lang="en-US" dirty="0" err="1">
                <a:solidFill>
                  <a:srgbClr val="404155"/>
                </a:solidFill>
                <a:latin typeface="Times New Roman" panose="02020603050405020304" pitchFamily="18" charset="0"/>
                <a:ea typeface="Alexandria" pitchFamily="34" charset="-122"/>
                <a:cs typeface="Times New Roman" panose="02020603050405020304" pitchFamily="18" charset="0"/>
              </a:rPr>
              <a:t>từ</a:t>
            </a:r>
            <a:r>
              <a:rPr lang="en-US" dirty="0">
                <a:solidFill>
                  <a:srgbClr val="404155"/>
                </a:solidFill>
                <a:latin typeface="Times New Roman" panose="02020603050405020304" pitchFamily="18" charset="0"/>
                <a:ea typeface="Alexandria" pitchFamily="34" charset="-122"/>
                <a:cs typeface="Times New Roman" panose="02020603050405020304" pitchFamily="18" charset="0"/>
              </a:rPr>
              <a:t> </a:t>
            </a:r>
            <a:r>
              <a:rPr lang="en-US" dirty="0" err="1">
                <a:solidFill>
                  <a:srgbClr val="404155"/>
                </a:solidFill>
                <a:latin typeface="Times New Roman" panose="02020603050405020304" pitchFamily="18" charset="0"/>
                <a:ea typeface="Alexandria" pitchFamily="34" charset="-122"/>
                <a:cs typeface="Times New Roman" panose="02020603050405020304" pitchFamily="18" charset="0"/>
              </a:rPr>
              <a:t>chối</a:t>
            </a:r>
            <a:r>
              <a:rPr lang="en-US" dirty="0">
                <a:solidFill>
                  <a:srgbClr val="404155"/>
                </a:solidFill>
                <a:latin typeface="Times New Roman" panose="02020603050405020304" pitchFamily="18" charset="0"/>
                <a:ea typeface="Alexandria" pitchFamily="34" charset="-122"/>
                <a:cs typeface="Times New Roman" panose="02020603050405020304" pitchFamily="18" charset="0"/>
              </a:rPr>
              <a:t> </a:t>
            </a:r>
            <a:r>
              <a:rPr lang="en-US" dirty="0" err="1">
                <a:solidFill>
                  <a:srgbClr val="404155"/>
                </a:solidFill>
                <a:latin typeface="Times New Roman" panose="02020603050405020304" pitchFamily="18" charset="0"/>
                <a:ea typeface="Alexandria" pitchFamily="34" charset="-122"/>
                <a:cs typeface="Times New Roman" panose="02020603050405020304" pitchFamily="18" charset="0"/>
              </a:rPr>
              <a:t>đơn</a:t>
            </a:r>
            <a:r>
              <a:rPr lang="en-US" dirty="0">
                <a:solidFill>
                  <a:srgbClr val="404155"/>
                </a:solidFill>
                <a:latin typeface="Times New Roman" panose="02020603050405020304" pitchFamily="18" charset="0"/>
                <a:ea typeface="Alexandria" pitchFamily="34" charset="-122"/>
                <a:cs typeface="Times New Roman" panose="02020603050405020304" pitchFamily="18" charset="0"/>
              </a:rPr>
              <a:t> </a:t>
            </a:r>
            <a:r>
              <a:rPr lang="en-US" dirty="0" err="1">
                <a:solidFill>
                  <a:srgbClr val="404155"/>
                </a:solidFill>
                <a:latin typeface="Times New Roman" panose="02020603050405020304" pitchFamily="18" charset="0"/>
                <a:ea typeface="Alexandria" pitchFamily="34" charset="-122"/>
                <a:cs typeface="Times New Roman" panose="02020603050405020304" pitchFamily="18" charset="0"/>
              </a:rPr>
              <a:t>hàng</a:t>
            </a:r>
            <a:endParaRPr lang="en-VN" dirty="0"/>
          </a:p>
        </p:txBody>
      </p:sp>
      <p:sp>
        <p:nvSpPr>
          <p:cNvPr id="28" name="TextBox 27">
            <a:extLst>
              <a:ext uri="{FF2B5EF4-FFF2-40B4-BE49-F238E27FC236}">
                <a16:creationId xmlns:a16="http://schemas.microsoft.com/office/drawing/2014/main" id="{C375B488-548C-63FC-4A79-DA0417EDE3FE}"/>
              </a:ext>
            </a:extLst>
          </p:cNvPr>
          <p:cNvSpPr txBox="1"/>
          <p:nvPr/>
        </p:nvSpPr>
        <p:spPr>
          <a:xfrm>
            <a:off x="3904400" y="5644225"/>
            <a:ext cx="3644051" cy="523220"/>
          </a:xfrm>
          <a:prstGeom prst="rect">
            <a:avLst/>
          </a:prstGeom>
          <a:noFill/>
        </p:spPr>
        <p:txBody>
          <a:bodyPr wrap="square" rtlCol="0">
            <a:spAutoFit/>
          </a:bodyPr>
          <a:lstStyle/>
          <a:p>
            <a:r>
              <a:rPr lang="en-US" sz="2800" b="1" dirty="0" err="1">
                <a:solidFill>
                  <a:srgbClr val="404155"/>
                </a:solidFill>
                <a:latin typeface="Times New Roman" panose="02020603050405020304" pitchFamily="18" charset="0"/>
                <a:ea typeface="Alexandria" pitchFamily="34" charset="-122"/>
                <a:cs typeface="Times New Roman" panose="02020603050405020304" pitchFamily="18" charset="0"/>
              </a:rPr>
              <a:t>Bản</a:t>
            </a:r>
            <a:r>
              <a:rPr lang="en-US" sz="2800" b="1" dirty="0">
                <a:solidFill>
                  <a:srgbClr val="404155"/>
                </a:solidFill>
                <a:latin typeface="Times New Roman" panose="02020603050405020304" pitchFamily="18" charset="0"/>
                <a:ea typeface="Alexandria" pitchFamily="34" charset="-122"/>
                <a:cs typeface="Times New Roman" panose="02020603050405020304" pitchFamily="18" charset="0"/>
              </a:rPr>
              <a:t> </a:t>
            </a:r>
            <a:r>
              <a:rPr lang="en-US" sz="2800" b="1" dirty="0" err="1">
                <a:solidFill>
                  <a:srgbClr val="404155"/>
                </a:solidFill>
                <a:latin typeface="Times New Roman" panose="02020603050405020304" pitchFamily="18" charset="0"/>
                <a:ea typeface="Alexandria" pitchFamily="34" charset="-122"/>
                <a:cs typeface="Times New Roman" panose="02020603050405020304" pitchFamily="18" charset="0"/>
              </a:rPr>
              <a:t>đồ</a:t>
            </a:r>
            <a:r>
              <a:rPr lang="en-US" sz="2800" b="1" dirty="0">
                <a:solidFill>
                  <a:srgbClr val="404155"/>
                </a:solidFill>
                <a:latin typeface="Times New Roman" panose="02020603050405020304" pitchFamily="18" charset="0"/>
                <a:ea typeface="Alexandria" pitchFamily="34" charset="-122"/>
                <a:cs typeface="Times New Roman" panose="02020603050405020304" pitchFamily="18" charset="0"/>
              </a:rPr>
              <a:t> </a:t>
            </a:r>
            <a:r>
              <a:rPr lang="en-US" sz="2800" b="1" dirty="0" err="1">
                <a:solidFill>
                  <a:srgbClr val="404155"/>
                </a:solidFill>
                <a:latin typeface="Times New Roman" panose="02020603050405020304" pitchFamily="18" charset="0"/>
                <a:ea typeface="Alexandria" pitchFamily="34" charset="-122"/>
                <a:cs typeface="Times New Roman" panose="02020603050405020304" pitchFamily="18" charset="0"/>
              </a:rPr>
              <a:t>giao</a:t>
            </a:r>
            <a:r>
              <a:rPr lang="en-US" sz="2800" b="1" dirty="0">
                <a:solidFill>
                  <a:srgbClr val="404155"/>
                </a:solidFill>
                <a:latin typeface="Times New Roman" panose="02020603050405020304" pitchFamily="18" charset="0"/>
                <a:ea typeface="Alexandria" pitchFamily="34" charset="-122"/>
                <a:cs typeface="Times New Roman" panose="02020603050405020304" pitchFamily="18" charset="0"/>
              </a:rPr>
              <a:t> </a:t>
            </a:r>
            <a:r>
              <a:rPr lang="en-US" sz="2800" b="1" dirty="0" err="1">
                <a:solidFill>
                  <a:srgbClr val="404155"/>
                </a:solidFill>
                <a:latin typeface="Times New Roman" panose="02020603050405020304" pitchFamily="18" charset="0"/>
                <a:ea typeface="Alexandria" pitchFamily="34" charset="-122"/>
                <a:cs typeface="Times New Roman" panose="02020603050405020304" pitchFamily="18" charset="0"/>
              </a:rPr>
              <a:t>hàng</a:t>
            </a:r>
            <a:endParaRPr lang="en-VN" sz="2800" b="1" dirty="0">
              <a:latin typeface="Times New Roman" panose="02020603050405020304" pitchFamily="18" charset="0"/>
              <a:cs typeface="Times New Roman" panose="02020603050405020304" pitchFamily="18" charset="0"/>
            </a:endParaRPr>
          </a:p>
        </p:txBody>
      </p:sp>
      <p:sp>
        <p:nvSpPr>
          <p:cNvPr id="29" name="TextBox 28">
            <a:extLst>
              <a:ext uri="{FF2B5EF4-FFF2-40B4-BE49-F238E27FC236}">
                <a16:creationId xmlns:a16="http://schemas.microsoft.com/office/drawing/2014/main" id="{64054460-0A4E-FA6E-648B-CB0547691B6B}"/>
              </a:ext>
            </a:extLst>
          </p:cNvPr>
          <p:cNvSpPr txBox="1"/>
          <p:nvPr/>
        </p:nvSpPr>
        <p:spPr>
          <a:xfrm>
            <a:off x="3337558" y="6145768"/>
            <a:ext cx="4777733" cy="369332"/>
          </a:xfrm>
          <a:prstGeom prst="rect">
            <a:avLst/>
          </a:prstGeom>
          <a:noFill/>
        </p:spPr>
        <p:txBody>
          <a:bodyPr wrap="square" rtlCol="0">
            <a:spAutoFit/>
          </a:bodyPr>
          <a:lstStyle/>
          <a:p>
            <a:r>
              <a:rPr lang="en-US" dirty="0" err="1">
                <a:solidFill>
                  <a:srgbClr val="404155"/>
                </a:solidFill>
                <a:latin typeface="Times New Roman" panose="02020603050405020304" pitchFamily="18" charset="0"/>
                <a:ea typeface="Alexandria" pitchFamily="34" charset="-122"/>
                <a:cs typeface="Times New Roman" panose="02020603050405020304" pitchFamily="18" charset="0"/>
              </a:rPr>
              <a:t>Hiển</a:t>
            </a:r>
            <a:r>
              <a:rPr lang="en-US" dirty="0">
                <a:solidFill>
                  <a:srgbClr val="404155"/>
                </a:solidFill>
                <a:latin typeface="Times New Roman" panose="02020603050405020304" pitchFamily="18" charset="0"/>
                <a:ea typeface="Alexandria" pitchFamily="34" charset="-122"/>
                <a:cs typeface="Times New Roman" panose="02020603050405020304" pitchFamily="18" charset="0"/>
              </a:rPr>
              <a:t> </a:t>
            </a:r>
            <a:r>
              <a:rPr lang="en-US" dirty="0" err="1">
                <a:solidFill>
                  <a:srgbClr val="404155"/>
                </a:solidFill>
                <a:latin typeface="Times New Roman" panose="02020603050405020304" pitchFamily="18" charset="0"/>
                <a:ea typeface="Alexandria" pitchFamily="34" charset="-122"/>
                <a:cs typeface="Times New Roman" panose="02020603050405020304" pitchFamily="18" charset="0"/>
              </a:rPr>
              <a:t>thị</a:t>
            </a:r>
            <a:r>
              <a:rPr lang="en-US" dirty="0">
                <a:solidFill>
                  <a:srgbClr val="404155"/>
                </a:solidFill>
                <a:latin typeface="Times New Roman" panose="02020603050405020304" pitchFamily="18" charset="0"/>
                <a:ea typeface="Alexandria" pitchFamily="34" charset="-122"/>
                <a:cs typeface="Times New Roman" panose="02020603050405020304" pitchFamily="18" charset="0"/>
              </a:rPr>
              <a:t> </a:t>
            </a:r>
            <a:r>
              <a:rPr lang="en-US" dirty="0" err="1">
                <a:solidFill>
                  <a:srgbClr val="404155"/>
                </a:solidFill>
                <a:latin typeface="Times New Roman" panose="02020603050405020304" pitchFamily="18" charset="0"/>
                <a:ea typeface="Alexandria" pitchFamily="34" charset="-122"/>
                <a:cs typeface="Times New Roman" panose="02020603050405020304" pitchFamily="18" charset="0"/>
              </a:rPr>
              <a:t>lộ</a:t>
            </a:r>
            <a:r>
              <a:rPr lang="en-US" dirty="0">
                <a:solidFill>
                  <a:srgbClr val="404155"/>
                </a:solidFill>
                <a:latin typeface="Times New Roman" panose="02020603050405020304" pitchFamily="18" charset="0"/>
                <a:ea typeface="Alexandria" pitchFamily="34" charset="-122"/>
                <a:cs typeface="Times New Roman" panose="02020603050405020304" pitchFamily="18" charset="0"/>
              </a:rPr>
              <a:t> </a:t>
            </a:r>
            <a:r>
              <a:rPr lang="en-US" dirty="0" err="1">
                <a:solidFill>
                  <a:srgbClr val="404155"/>
                </a:solidFill>
                <a:latin typeface="Times New Roman" panose="02020603050405020304" pitchFamily="18" charset="0"/>
                <a:ea typeface="Alexandria" pitchFamily="34" charset="-122"/>
                <a:cs typeface="Times New Roman" panose="02020603050405020304" pitchFamily="18" charset="0"/>
              </a:rPr>
              <a:t>trình</a:t>
            </a:r>
            <a:r>
              <a:rPr lang="en-US" dirty="0">
                <a:solidFill>
                  <a:srgbClr val="404155"/>
                </a:solidFill>
                <a:latin typeface="Times New Roman" panose="02020603050405020304" pitchFamily="18" charset="0"/>
                <a:ea typeface="Alexandria" pitchFamily="34" charset="-122"/>
                <a:cs typeface="Times New Roman" panose="02020603050405020304" pitchFamily="18" charset="0"/>
              </a:rPr>
              <a:t> </a:t>
            </a:r>
            <a:r>
              <a:rPr lang="en-US" dirty="0" err="1">
                <a:solidFill>
                  <a:srgbClr val="404155"/>
                </a:solidFill>
                <a:latin typeface="Times New Roman" panose="02020603050405020304" pitchFamily="18" charset="0"/>
                <a:ea typeface="Alexandria" pitchFamily="34" charset="-122"/>
                <a:cs typeface="Times New Roman" panose="02020603050405020304" pitchFamily="18" charset="0"/>
              </a:rPr>
              <a:t>từ</a:t>
            </a:r>
            <a:r>
              <a:rPr lang="en-US" dirty="0">
                <a:solidFill>
                  <a:srgbClr val="404155"/>
                </a:solidFill>
                <a:latin typeface="Times New Roman" panose="02020603050405020304" pitchFamily="18" charset="0"/>
                <a:ea typeface="Alexandria" pitchFamily="34" charset="-122"/>
                <a:cs typeface="Times New Roman" panose="02020603050405020304" pitchFamily="18" charset="0"/>
              </a:rPr>
              <a:t> </a:t>
            </a:r>
            <a:r>
              <a:rPr lang="en-US" dirty="0" err="1">
                <a:solidFill>
                  <a:srgbClr val="404155"/>
                </a:solidFill>
                <a:latin typeface="Times New Roman" panose="02020603050405020304" pitchFamily="18" charset="0"/>
                <a:ea typeface="Alexandria" pitchFamily="34" charset="-122"/>
                <a:cs typeface="Times New Roman" panose="02020603050405020304" pitchFamily="18" charset="0"/>
              </a:rPr>
              <a:t>nhà</a:t>
            </a:r>
            <a:r>
              <a:rPr lang="en-US" dirty="0">
                <a:solidFill>
                  <a:srgbClr val="404155"/>
                </a:solidFill>
                <a:latin typeface="Times New Roman" panose="02020603050405020304" pitchFamily="18" charset="0"/>
                <a:ea typeface="Alexandria" pitchFamily="34" charset="-122"/>
                <a:cs typeface="Times New Roman" panose="02020603050405020304" pitchFamily="18" charset="0"/>
              </a:rPr>
              <a:t> </a:t>
            </a:r>
            <a:r>
              <a:rPr lang="en-US" dirty="0" err="1">
                <a:solidFill>
                  <a:srgbClr val="404155"/>
                </a:solidFill>
                <a:latin typeface="Times New Roman" panose="02020603050405020304" pitchFamily="18" charset="0"/>
                <a:ea typeface="Alexandria" pitchFamily="34" charset="-122"/>
                <a:cs typeface="Times New Roman" panose="02020603050405020304" pitchFamily="18" charset="0"/>
              </a:rPr>
              <a:t>hàng</a:t>
            </a:r>
            <a:r>
              <a:rPr lang="en-US" dirty="0">
                <a:solidFill>
                  <a:srgbClr val="404155"/>
                </a:solidFill>
                <a:latin typeface="Times New Roman" panose="02020603050405020304" pitchFamily="18" charset="0"/>
                <a:ea typeface="Alexandria" pitchFamily="34" charset="-122"/>
                <a:cs typeface="Times New Roman" panose="02020603050405020304" pitchFamily="18" charset="0"/>
              </a:rPr>
              <a:t> </a:t>
            </a:r>
            <a:r>
              <a:rPr lang="en-US" dirty="0" err="1">
                <a:solidFill>
                  <a:srgbClr val="404155"/>
                </a:solidFill>
                <a:latin typeface="Times New Roman" panose="02020603050405020304" pitchFamily="18" charset="0"/>
                <a:ea typeface="Alexandria" pitchFamily="34" charset="-122"/>
                <a:cs typeface="Times New Roman" panose="02020603050405020304" pitchFamily="18" charset="0"/>
              </a:rPr>
              <a:t>đến</a:t>
            </a:r>
            <a:r>
              <a:rPr lang="en-US" dirty="0">
                <a:solidFill>
                  <a:srgbClr val="404155"/>
                </a:solidFill>
                <a:latin typeface="Times New Roman" panose="02020603050405020304" pitchFamily="18" charset="0"/>
                <a:ea typeface="Alexandria" pitchFamily="34" charset="-122"/>
                <a:cs typeface="Times New Roman" panose="02020603050405020304" pitchFamily="18" charset="0"/>
              </a:rPr>
              <a:t> </a:t>
            </a:r>
            <a:r>
              <a:rPr lang="en-US" dirty="0" err="1">
                <a:solidFill>
                  <a:srgbClr val="404155"/>
                </a:solidFill>
                <a:latin typeface="Times New Roman" panose="02020603050405020304" pitchFamily="18" charset="0"/>
                <a:ea typeface="Alexandria" pitchFamily="34" charset="-122"/>
                <a:cs typeface="Times New Roman" panose="02020603050405020304" pitchFamily="18" charset="0"/>
              </a:rPr>
              <a:t>khách</a:t>
            </a:r>
            <a:r>
              <a:rPr lang="en-US" dirty="0">
                <a:solidFill>
                  <a:srgbClr val="404155"/>
                </a:solidFill>
                <a:latin typeface="Times New Roman" panose="02020603050405020304" pitchFamily="18" charset="0"/>
                <a:ea typeface="Alexandria" pitchFamily="34" charset="-122"/>
                <a:cs typeface="Times New Roman" panose="02020603050405020304" pitchFamily="18" charset="0"/>
              </a:rPr>
              <a:t> </a:t>
            </a:r>
            <a:r>
              <a:rPr lang="en-US" dirty="0" err="1">
                <a:solidFill>
                  <a:srgbClr val="404155"/>
                </a:solidFill>
                <a:latin typeface="Times New Roman" panose="02020603050405020304" pitchFamily="18" charset="0"/>
                <a:ea typeface="Alexandria" pitchFamily="34" charset="-122"/>
                <a:cs typeface="Times New Roman" panose="02020603050405020304" pitchFamily="18" charset="0"/>
              </a:rPr>
              <a:t>hàng</a:t>
            </a:r>
            <a:endParaRPr lang="en-VN" dirty="0"/>
          </a:p>
        </p:txBody>
      </p:sp>
      <p:sp>
        <p:nvSpPr>
          <p:cNvPr id="30" name="TextBox 29">
            <a:extLst>
              <a:ext uri="{FF2B5EF4-FFF2-40B4-BE49-F238E27FC236}">
                <a16:creationId xmlns:a16="http://schemas.microsoft.com/office/drawing/2014/main" id="{08419673-973D-1F87-240C-F9A58D308D94}"/>
              </a:ext>
            </a:extLst>
          </p:cNvPr>
          <p:cNvSpPr txBox="1"/>
          <p:nvPr/>
        </p:nvSpPr>
        <p:spPr>
          <a:xfrm>
            <a:off x="11149322" y="5595632"/>
            <a:ext cx="3644051" cy="523220"/>
          </a:xfrm>
          <a:prstGeom prst="rect">
            <a:avLst/>
          </a:prstGeom>
          <a:noFill/>
        </p:spPr>
        <p:txBody>
          <a:bodyPr wrap="square" rtlCol="0">
            <a:spAutoFit/>
          </a:bodyPr>
          <a:lstStyle/>
          <a:p>
            <a:r>
              <a:rPr lang="en-US" sz="2800" b="1" dirty="0" err="1">
                <a:solidFill>
                  <a:srgbClr val="404155"/>
                </a:solidFill>
                <a:latin typeface="Times New Roman" panose="02020603050405020304" pitchFamily="18" charset="0"/>
                <a:ea typeface="Alexandria" pitchFamily="34" charset="-122"/>
                <a:cs typeface="Times New Roman" panose="02020603050405020304" pitchFamily="18" charset="0"/>
              </a:rPr>
              <a:t>Cập</a:t>
            </a:r>
            <a:r>
              <a:rPr lang="en-US" sz="2800" b="1" dirty="0">
                <a:solidFill>
                  <a:srgbClr val="404155"/>
                </a:solidFill>
                <a:latin typeface="Times New Roman" panose="02020603050405020304" pitchFamily="18" charset="0"/>
                <a:ea typeface="Alexandria" pitchFamily="34" charset="-122"/>
                <a:cs typeface="Times New Roman" panose="02020603050405020304" pitchFamily="18" charset="0"/>
              </a:rPr>
              <a:t> </a:t>
            </a:r>
            <a:r>
              <a:rPr lang="en-US" sz="2800" b="1" dirty="0" err="1">
                <a:solidFill>
                  <a:srgbClr val="404155"/>
                </a:solidFill>
                <a:latin typeface="Times New Roman" panose="02020603050405020304" pitchFamily="18" charset="0"/>
                <a:ea typeface="Alexandria" pitchFamily="34" charset="-122"/>
                <a:cs typeface="Times New Roman" panose="02020603050405020304" pitchFamily="18" charset="0"/>
              </a:rPr>
              <a:t>nhật</a:t>
            </a:r>
            <a:r>
              <a:rPr lang="en-US" sz="2800" b="1" dirty="0">
                <a:solidFill>
                  <a:srgbClr val="404155"/>
                </a:solidFill>
                <a:latin typeface="Times New Roman" panose="02020603050405020304" pitchFamily="18" charset="0"/>
                <a:ea typeface="Alexandria" pitchFamily="34" charset="-122"/>
                <a:cs typeface="Times New Roman" panose="02020603050405020304" pitchFamily="18" charset="0"/>
              </a:rPr>
              <a:t> </a:t>
            </a:r>
            <a:r>
              <a:rPr lang="en-US" sz="2800" b="1" dirty="0" err="1">
                <a:solidFill>
                  <a:srgbClr val="404155"/>
                </a:solidFill>
                <a:latin typeface="Times New Roman" panose="02020603050405020304" pitchFamily="18" charset="0"/>
                <a:ea typeface="Alexandria" pitchFamily="34" charset="-122"/>
                <a:cs typeface="Times New Roman" panose="02020603050405020304" pitchFamily="18" charset="0"/>
              </a:rPr>
              <a:t>vị</a:t>
            </a:r>
            <a:r>
              <a:rPr lang="en-US" sz="2800" b="1" dirty="0">
                <a:solidFill>
                  <a:srgbClr val="404155"/>
                </a:solidFill>
                <a:latin typeface="Times New Roman" panose="02020603050405020304" pitchFamily="18" charset="0"/>
                <a:ea typeface="Alexandria" pitchFamily="34" charset="-122"/>
                <a:cs typeface="Times New Roman" panose="02020603050405020304" pitchFamily="18" charset="0"/>
              </a:rPr>
              <a:t> </a:t>
            </a:r>
            <a:r>
              <a:rPr lang="en-US" sz="2800" b="1" dirty="0" err="1">
                <a:solidFill>
                  <a:srgbClr val="404155"/>
                </a:solidFill>
                <a:latin typeface="Times New Roman" panose="02020603050405020304" pitchFamily="18" charset="0"/>
                <a:ea typeface="Alexandria" pitchFamily="34" charset="-122"/>
                <a:cs typeface="Times New Roman" panose="02020603050405020304" pitchFamily="18" charset="0"/>
              </a:rPr>
              <a:t>trí</a:t>
            </a:r>
            <a:endParaRPr lang="en-VN" sz="2800" b="1" dirty="0">
              <a:latin typeface="Times New Roman" panose="02020603050405020304" pitchFamily="18" charset="0"/>
              <a:cs typeface="Times New Roman" panose="02020603050405020304" pitchFamily="18" charset="0"/>
            </a:endParaRPr>
          </a:p>
        </p:txBody>
      </p:sp>
      <p:sp>
        <p:nvSpPr>
          <p:cNvPr id="31" name="TextBox 30">
            <a:extLst>
              <a:ext uri="{FF2B5EF4-FFF2-40B4-BE49-F238E27FC236}">
                <a16:creationId xmlns:a16="http://schemas.microsoft.com/office/drawing/2014/main" id="{02D93AD6-E157-4D11-E2C8-EF7813977EBE}"/>
              </a:ext>
            </a:extLst>
          </p:cNvPr>
          <p:cNvSpPr txBox="1"/>
          <p:nvPr/>
        </p:nvSpPr>
        <p:spPr>
          <a:xfrm>
            <a:off x="10647683" y="6145768"/>
            <a:ext cx="4777733" cy="369332"/>
          </a:xfrm>
          <a:prstGeom prst="rect">
            <a:avLst/>
          </a:prstGeom>
          <a:noFill/>
        </p:spPr>
        <p:txBody>
          <a:bodyPr wrap="square" rtlCol="0">
            <a:spAutoFit/>
          </a:bodyPr>
          <a:lstStyle/>
          <a:p>
            <a:r>
              <a:rPr lang="en-US" dirty="0" err="1">
                <a:solidFill>
                  <a:srgbClr val="404155"/>
                </a:solidFill>
                <a:latin typeface="Times New Roman" panose="02020603050405020304" pitchFamily="18" charset="0"/>
                <a:ea typeface="Alexandria" pitchFamily="34" charset="-122"/>
                <a:cs typeface="Times New Roman" panose="02020603050405020304" pitchFamily="18" charset="0"/>
              </a:rPr>
              <a:t>Vị</a:t>
            </a:r>
            <a:r>
              <a:rPr lang="en-US" dirty="0">
                <a:solidFill>
                  <a:srgbClr val="404155"/>
                </a:solidFill>
                <a:latin typeface="Times New Roman" panose="02020603050405020304" pitchFamily="18" charset="0"/>
                <a:ea typeface="Alexandria" pitchFamily="34" charset="-122"/>
                <a:cs typeface="Times New Roman" panose="02020603050405020304" pitchFamily="18" charset="0"/>
              </a:rPr>
              <a:t> </a:t>
            </a:r>
            <a:r>
              <a:rPr lang="en-US" dirty="0" err="1">
                <a:solidFill>
                  <a:srgbClr val="404155"/>
                </a:solidFill>
                <a:latin typeface="Times New Roman" panose="02020603050405020304" pitchFamily="18" charset="0"/>
                <a:ea typeface="Alexandria" pitchFamily="34" charset="-122"/>
                <a:cs typeface="Times New Roman" panose="02020603050405020304" pitchFamily="18" charset="0"/>
              </a:rPr>
              <a:t>trí</a:t>
            </a:r>
            <a:r>
              <a:rPr lang="en-US" dirty="0">
                <a:solidFill>
                  <a:srgbClr val="404155"/>
                </a:solidFill>
                <a:latin typeface="Times New Roman" panose="02020603050405020304" pitchFamily="18" charset="0"/>
                <a:ea typeface="Alexandria" pitchFamily="34" charset="-122"/>
                <a:cs typeface="Times New Roman" panose="02020603050405020304" pitchFamily="18" charset="0"/>
              </a:rPr>
              <a:t> </a:t>
            </a:r>
            <a:r>
              <a:rPr lang="en-US" dirty="0" err="1">
                <a:solidFill>
                  <a:srgbClr val="404155"/>
                </a:solidFill>
                <a:latin typeface="Times New Roman" panose="02020603050405020304" pitchFamily="18" charset="0"/>
                <a:ea typeface="Alexandria" pitchFamily="34" charset="-122"/>
                <a:cs typeface="Times New Roman" panose="02020603050405020304" pitchFamily="18" charset="0"/>
              </a:rPr>
              <a:t>theo</a:t>
            </a:r>
            <a:r>
              <a:rPr lang="en-US" dirty="0">
                <a:solidFill>
                  <a:srgbClr val="404155"/>
                </a:solidFill>
                <a:latin typeface="Times New Roman" panose="02020603050405020304" pitchFamily="18" charset="0"/>
                <a:ea typeface="Alexandria" pitchFamily="34" charset="-122"/>
                <a:cs typeface="Times New Roman" panose="02020603050405020304" pitchFamily="18" charset="0"/>
              </a:rPr>
              <a:t> </a:t>
            </a:r>
            <a:r>
              <a:rPr lang="en-US" dirty="0" err="1">
                <a:solidFill>
                  <a:srgbClr val="404155"/>
                </a:solidFill>
                <a:latin typeface="Times New Roman" panose="02020603050405020304" pitchFamily="18" charset="0"/>
                <a:ea typeface="Alexandria" pitchFamily="34" charset="-122"/>
                <a:cs typeface="Times New Roman" panose="02020603050405020304" pitchFamily="18" charset="0"/>
              </a:rPr>
              <a:t>thời</a:t>
            </a:r>
            <a:r>
              <a:rPr lang="en-US" dirty="0">
                <a:solidFill>
                  <a:srgbClr val="404155"/>
                </a:solidFill>
                <a:latin typeface="Times New Roman" panose="02020603050405020304" pitchFamily="18" charset="0"/>
                <a:ea typeface="Alexandria" pitchFamily="34" charset="-122"/>
                <a:cs typeface="Times New Roman" panose="02020603050405020304" pitchFamily="18" charset="0"/>
              </a:rPr>
              <a:t> </a:t>
            </a:r>
            <a:r>
              <a:rPr lang="en-US" dirty="0" err="1">
                <a:solidFill>
                  <a:srgbClr val="404155"/>
                </a:solidFill>
                <a:latin typeface="Times New Roman" panose="02020603050405020304" pitchFamily="18" charset="0"/>
                <a:ea typeface="Alexandria" pitchFamily="34" charset="-122"/>
                <a:cs typeface="Times New Roman" panose="02020603050405020304" pitchFamily="18" charset="0"/>
              </a:rPr>
              <a:t>gian</a:t>
            </a:r>
            <a:r>
              <a:rPr lang="en-US" dirty="0">
                <a:solidFill>
                  <a:srgbClr val="404155"/>
                </a:solidFill>
                <a:latin typeface="Times New Roman" panose="02020603050405020304" pitchFamily="18" charset="0"/>
                <a:ea typeface="Alexandria" pitchFamily="34" charset="-122"/>
                <a:cs typeface="Times New Roman" panose="02020603050405020304" pitchFamily="18" charset="0"/>
              </a:rPr>
              <a:t> </a:t>
            </a:r>
            <a:r>
              <a:rPr lang="en-US" dirty="0" err="1">
                <a:solidFill>
                  <a:srgbClr val="404155"/>
                </a:solidFill>
                <a:latin typeface="Times New Roman" panose="02020603050405020304" pitchFamily="18" charset="0"/>
                <a:ea typeface="Alexandria" pitchFamily="34" charset="-122"/>
                <a:cs typeface="Times New Roman" panose="02020603050405020304" pitchFamily="18" charset="0"/>
              </a:rPr>
              <a:t>thực</a:t>
            </a:r>
            <a:r>
              <a:rPr lang="en-US" dirty="0">
                <a:solidFill>
                  <a:srgbClr val="404155"/>
                </a:solidFill>
                <a:latin typeface="Times New Roman" panose="02020603050405020304" pitchFamily="18" charset="0"/>
                <a:ea typeface="Alexandria" pitchFamily="34" charset="-122"/>
                <a:cs typeface="Times New Roman" panose="02020603050405020304" pitchFamily="18" charset="0"/>
              </a:rPr>
              <a:t> </a:t>
            </a:r>
            <a:r>
              <a:rPr lang="en-US" dirty="0" err="1">
                <a:solidFill>
                  <a:srgbClr val="404155"/>
                </a:solidFill>
                <a:latin typeface="Times New Roman" panose="02020603050405020304" pitchFamily="18" charset="0"/>
                <a:ea typeface="Alexandria" pitchFamily="34" charset="-122"/>
                <a:cs typeface="Times New Roman" panose="02020603050405020304" pitchFamily="18" charset="0"/>
              </a:rPr>
              <a:t>trên</a:t>
            </a:r>
            <a:r>
              <a:rPr lang="en-US" dirty="0">
                <a:solidFill>
                  <a:srgbClr val="404155"/>
                </a:solidFill>
                <a:latin typeface="Times New Roman" panose="02020603050405020304" pitchFamily="18" charset="0"/>
                <a:ea typeface="Alexandria" pitchFamily="34" charset="-122"/>
                <a:cs typeface="Times New Roman" panose="02020603050405020304" pitchFamily="18" charset="0"/>
              </a:rPr>
              <a:t> </a:t>
            </a:r>
            <a:r>
              <a:rPr lang="en-US" dirty="0" err="1">
                <a:solidFill>
                  <a:srgbClr val="404155"/>
                </a:solidFill>
                <a:latin typeface="Times New Roman" panose="02020603050405020304" pitchFamily="18" charset="0"/>
                <a:ea typeface="Alexandria" pitchFamily="34" charset="-122"/>
                <a:cs typeface="Times New Roman" panose="02020603050405020304" pitchFamily="18" charset="0"/>
              </a:rPr>
              <a:t>bản</a:t>
            </a:r>
            <a:r>
              <a:rPr lang="en-US" dirty="0">
                <a:solidFill>
                  <a:srgbClr val="404155"/>
                </a:solidFill>
                <a:latin typeface="Times New Roman" panose="02020603050405020304" pitchFamily="18" charset="0"/>
                <a:ea typeface="Alexandria" pitchFamily="34" charset="-122"/>
                <a:cs typeface="Times New Roman" panose="02020603050405020304" pitchFamily="18" charset="0"/>
              </a:rPr>
              <a:t> </a:t>
            </a:r>
            <a:r>
              <a:rPr lang="en-US" dirty="0" err="1">
                <a:solidFill>
                  <a:srgbClr val="404155"/>
                </a:solidFill>
                <a:latin typeface="Times New Roman" panose="02020603050405020304" pitchFamily="18" charset="0"/>
                <a:ea typeface="Alexandria" pitchFamily="34" charset="-122"/>
                <a:cs typeface="Times New Roman" panose="02020603050405020304" pitchFamily="18" charset="0"/>
              </a:rPr>
              <a:t>đồ</a:t>
            </a:r>
            <a:r>
              <a:rPr lang="en-US" dirty="0">
                <a:solidFill>
                  <a:srgbClr val="404155"/>
                </a:solidFill>
                <a:latin typeface="Times New Roman" panose="02020603050405020304" pitchFamily="18" charset="0"/>
                <a:ea typeface="Alexandria" pitchFamily="34" charset="-122"/>
                <a:cs typeface="Times New Roman" panose="02020603050405020304" pitchFamily="18" charset="0"/>
              </a:rPr>
              <a:t> </a:t>
            </a:r>
            <a:endParaRPr lang="en-VN" dirty="0"/>
          </a:p>
        </p:txBody>
      </p:sp>
      <p:sp>
        <p:nvSpPr>
          <p:cNvPr id="32" name="TextBox 31">
            <a:extLst>
              <a:ext uri="{FF2B5EF4-FFF2-40B4-BE49-F238E27FC236}">
                <a16:creationId xmlns:a16="http://schemas.microsoft.com/office/drawing/2014/main" id="{A0D3936F-F24A-1AB8-5363-1537DB1E9245}"/>
              </a:ext>
            </a:extLst>
          </p:cNvPr>
          <p:cNvSpPr txBox="1"/>
          <p:nvPr/>
        </p:nvSpPr>
        <p:spPr>
          <a:xfrm>
            <a:off x="3969387" y="7429866"/>
            <a:ext cx="3644051" cy="523220"/>
          </a:xfrm>
          <a:prstGeom prst="rect">
            <a:avLst/>
          </a:prstGeom>
          <a:noFill/>
        </p:spPr>
        <p:txBody>
          <a:bodyPr wrap="square" rtlCol="0">
            <a:spAutoFit/>
          </a:bodyPr>
          <a:lstStyle/>
          <a:p>
            <a:r>
              <a:rPr lang="en-US" sz="2800" b="1" dirty="0" err="1">
                <a:solidFill>
                  <a:srgbClr val="404155"/>
                </a:solidFill>
                <a:latin typeface="Times New Roman" panose="02020603050405020304" pitchFamily="18" charset="0"/>
                <a:ea typeface="Alexandria" pitchFamily="34" charset="-122"/>
                <a:cs typeface="Times New Roman" panose="02020603050405020304" pitchFamily="18" charset="0"/>
              </a:rPr>
              <a:t>Lịch</a:t>
            </a:r>
            <a:r>
              <a:rPr lang="en-US" sz="2800" b="1" dirty="0">
                <a:solidFill>
                  <a:srgbClr val="404155"/>
                </a:solidFill>
                <a:latin typeface="Times New Roman" panose="02020603050405020304" pitchFamily="18" charset="0"/>
                <a:ea typeface="Alexandria" pitchFamily="34" charset="-122"/>
                <a:cs typeface="Times New Roman" panose="02020603050405020304" pitchFamily="18" charset="0"/>
              </a:rPr>
              <a:t> </a:t>
            </a:r>
            <a:r>
              <a:rPr lang="en-US" sz="2800" b="1" dirty="0" err="1">
                <a:solidFill>
                  <a:srgbClr val="404155"/>
                </a:solidFill>
                <a:latin typeface="Times New Roman" panose="02020603050405020304" pitchFamily="18" charset="0"/>
                <a:ea typeface="Alexandria" pitchFamily="34" charset="-122"/>
                <a:cs typeface="Times New Roman" panose="02020603050405020304" pitchFamily="18" charset="0"/>
              </a:rPr>
              <a:t>sử</a:t>
            </a:r>
            <a:r>
              <a:rPr lang="en-US" sz="2800" b="1" dirty="0">
                <a:solidFill>
                  <a:srgbClr val="404155"/>
                </a:solidFill>
                <a:latin typeface="Times New Roman" panose="02020603050405020304" pitchFamily="18" charset="0"/>
                <a:ea typeface="Alexandria" pitchFamily="34" charset="-122"/>
                <a:cs typeface="Times New Roman" panose="02020603050405020304" pitchFamily="18" charset="0"/>
              </a:rPr>
              <a:t> </a:t>
            </a:r>
            <a:r>
              <a:rPr lang="en-US" sz="2800" b="1" dirty="0" err="1">
                <a:solidFill>
                  <a:srgbClr val="404155"/>
                </a:solidFill>
                <a:latin typeface="Times New Roman" panose="02020603050405020304" pitchFamily="18" charset="0"/>
                <a:ea typeface="Alexandria" pitchFamily="34" charset="-122"/>
                <a:cs typeface="Times New Roman" panose="02020603050405020304" pitchFamily="18" charset="0"/>
              </a:rPr>
              <a:t>đơn</a:t>
            </a:r>
            <a:r>
              <a:rPr lang="en-US" sz="2800" b="1" dirty="0">
                <a:solidFill>
                  <a:srgbClr val="404155"/>
                </a:solidFill>
                <a:latin typeface="Times New Roman" panose="02020603050405020304" pitchFamily="18" charset="0"/>
                <a:ea typeface="Alexandria" pitchFamily="34" charset="-122"/>
                <a:cs typeface="Times New Roman" panose="02020603050405020304" pitchFamily="18" charset="0"/>
              </a:rPr>
              <a:t> </a:t>
            </a:r>
            <a:r>
              <a:rPr lang="en-US" sz="2800" b="1" dirty="0" err="1">
                <a:solidFill>
                  <a:srgbClr val="404155"/>
                </a:solidFill>
                <a:latin typeface="Times New Roman" panose="02020603050405020304" pitchFamily="18" charset="0"/>
                <a:ea typeface="Alexandria" pitchFamily="34" charset="-122"/>
                <a:cs typeface="Times New Roman" panose="02020603050405020304" pitchFamily="18" charset="0"/>
              </a:rPr>
              <a:t>hàng</a:t>
            </a:r>
            <a:endParaRPr lang="en-VN" sz="2800" b="1" dirty="0">
              <a:latin typeface="Times New Roman" panose="02020603050405020304" pitchFamily="18" charset="0"/>
              <a:cs typeface="Times New Roman" panose="02020603050405020304" pitchFamily="18" charset="0"/>
            </a:endParaRPr>
          </a:p>
        </p:txBody>
      </p:sp>
      <p:sp>
        <p:nvSpPr>
          <p:cNvPr id="33" name="TextBox 32">
            <a:extLst>
              <a:ext uri="{FF2B5EF4-FFF2-40B4-BE49-F238E27FC236}">
                <a16:creationId xmlns:a16="http://schemas.microsoft.com/office/drawing/2014/main" id="{EF355510-0A89-60D6-447B-D2C007E4A01A}"/>
              </a:ext>
            </a:extLst>
          </p:cNvPr>
          <p:cNvSpPr txBox="1"/>
          <p:nvPr/>
        </p:nvSpPr>
        <p:spPr>
          <a:xfrm>
            <a:off x="3702900" y="7981973"/>
            <a:ext cx="4777733" cy="369332"/>
          </a:xfrm>
          <a:prstGeom prst="rect">
            <a:avLst/>
          </a:prstGeom>
          <a:noFill/>
        </p:spPr>
        <p:txBody>
          <a:bodyPr wrap="square" rtlCol="0">
            <a:spAutoFit/>
          </a:bodyPr>
          <a:lstStyle/>
          <a:p>
            <a:r>
              <a:rPr lang="en-US" dirty="0" err="1">
                <a:solidFill>
                  <a:srgbClr val="404155"/>
                </a:solidFill>
                <a:latin typeface="Times New Roman" panose="02020603050405020304" pitchFamily="18" charset="0"/>
                <a:ea typeface="Alexandria" pitchFamily="34" charset="-122"/>
                <a:cs typeface="Times New Roman" panose="02020603050405020304" pitchFamily="18" charset="0"/>
              </a:rPr>
              <a:t>Danh</a:t>
            </a:r>
            <a:r>
              <a:rPr lang="en-US" dirty="0">
                <a:solidFill>
                  <a:srgbClr val="404155"/>
                </a:solidFill>
                <a:latin typeface="Times New Roman" panose="02020603050405020304" pitchFamily="18" charset="0"/>
                <a:ea typeface="Alexandria" pitchFamily="34" charset="-122"/>
                <a:cs typeface="Times New Roman" panose="02020603050405020304" pitchFamily="18" charset="0"/>
              </a:rPr>
              <a:t> </a:t>
            </a:r>
            <a:r>
              <a:rPr lang="en-US" dirty="0" err="1">
                <a:solidFill>
                  <a:srgbClr val="404155"/>
                </a:solidFill>
                <a:latin typeface="Times New Roman" panose="02020603050405020304" pitchFamily="18" charset="0"/>
                <a:ea typeface="Alexandria" pitchFamily="34" charset="-122"/>
                <a:cs typeface="Times New Roman" panose="02020603050405020304" pitchFamily="18" charset="0"/>
              </a:rPr>
              <a:t>sách</a:t>
            </a:r>
            <a:r>
              <a:rPr lang="en-US" dirty="0">
                <a:solidFill>
                  <a:srgbClr val="404155"/>
                </a:solidFill>
                <a:latin typeface="Times New Roman" panose="02020603050405020304" pitchFamily="18" charset="0"/>
                <a:ea typeface="Alexandria" pitchFamily="34" charset="-122"/>
                <a:cs typeface="Times New Roman" panose="02020603050405020304" pitchFamily="18" charset="0"/>
              </a:rPr>
              <a:t> </a:t>
            </a:r>
            <a:r>
              <a:rPr lang="en-US" dirty="0" err="1">
                <a:solidFill>
                  <a:srgbClr val="404155"/>
                </a:solidFill>
                <a:latin typeface="Times New Roman" panose="02020603050405020304" pitchFamily="18" charset="0"/>
                <a:ea typeface="Alexandria" pitchFamily="34" charset="-122"/>
                <a:cs typeface="Times New Roman" panose="02020603050405020304" pitchFamily="18" charset="0"/>
              </a:rPr>
              <a:t>đơn</a:t>
            </a:r>
            <a:r>
              <a:rPr lang="en-US" dirty="0">
                <a:solidFill>
                  <a:srgbClr val="404155"/>
                </a:solidFill>
                <a:latin typeface="Times New Roman" panose="02020603050405020304" pitchFamily="18" charset="0"/>
                <a:ea typeface="Alexandria" pitchFamily="34" charset="-122"/>
                <a:cs typeface="Times New Roman" panose="02020603050405020304" pitchFamily="18" charset="0"/>
              </a:rPr>
              <a:t> </a:t>
            </a:r>
            <a:r>
              <a:rPr lang="en-US" dirty="0" err="1">
                <a:solidFill>
                  <a:srgbClr val="404155"/>
                </a:solidFill>
                <a:latin typeface="Times New Roman" panose="02020603050405020304" pitchFamily="18" charset="0"/>
                <a:ea typeface="Alexandria" pitchFamily="34" charset="-122"/>
                <a:cs typeface="Times New Roman" panose="02020603050405020304" pitchFamily="18" charset="0"/>
              </a:rPr>
              <a:t>hàng</a:t>
            </a:r>
            <a:r>
              <a:rPr lang="en-US" dirty="0">
                <a:solidFill>
                  <a:srgbClr val="404155"/>
                </a:solidFill>
                <a:latin typeface="Times New Roman" panose="02020603050405020304" pitchFamily="18" charset="0"/>
                <a:ea typeface="Alexandria" pitchFamily="34" charset="-122"/>
                <a:cs typeface="Times New Roman" panose="02020603050405020304" pitchFamily="18" charset="0"/>
              </a:rPr>
              <a:t> </a:t>
            </a:r>
            <a:r>
              <a:rPr lang="en-US" dirty="0" err="1">
                <a:solidFill>
                  <a:srgbClr val="404155"/>
                </a:solidFill>
                <a:latin typeface="Times New Roman" panose="02020603050405020304" pitchFamily="18" charset="0"/>
                <a:ea typeface="Alexandria" pitchFamily="34" charset="-122"/>
                <a:cs typeface="Times New Roman" panose="02020603050405020304" pitchFamily="18" charset="0"/>
              </a:rPr>
              <a:t>đã</a:t>
            </a:r>
            <a:r>
              <a:rPr lang="en-US" dirty="0">
                <a:solidFill>
                  <a:srgbClr val="404155"/>
                </a:solidFill>
                <a:latin typeface="Times New Roman" panose="02020603050405020304" pitchFamily="18" charset="0"/>
                <a:ea typeface="Alexandria" pitchFamily="34" charset="-122"/>
                <a:cs typeface="Times New Roman" panose="02020603050405020304" pitchFamily="18" charset="0"/>
              </a:rPr>
              <a:t> </a:t>
            </a:r>
            <a:r>
              <a:rPr lang="en-US" dirty="0" err="1">
                <a:solidFill>
                  <a:srgbClr val="404155"/>
                </a:solidFill>
                <a:latin typeface="Times New Roman" panose="02020603050405020304" pitchFamily="18" charset="0"/>
                <a:ea typeface="Alexandria" pitchFamily="34" charset="-122"/>
                <a:cs typeface="Times New Roman" panose="02020603050405020304" pitchFamily="18" charset="0"/>
              </a:rPr>
              <a:t>hoàn</a:t>
            </a:r>
            <a:r>
              <a:rPr lang="en-US" dirty="0">
                <a:solidFill>
                  <a:srgbClr val="404155"/>
                </a:solidFill>
                <a:latin typeface="Times New Roman" panose="02020603050405020304" pitchFamily="18" charset="0"/>
                <a:ea typeface="Alexandria" pitchFamily="34" charset="-122"/>
                <a:cs typeface="Times New Roman" panose="02020603050405020304" pitchFamily="18" charset="0"/>
              </a:rPr>
              <a:t> </a:t>
            </a:r>
            <a:r>
              <a:rPr lang="en-US" dirty="0" err="1">
                <a:solidFill>
                  <a:srgbClr val="404155"/>
                </a:solidFill>
                <a:latin typeface="Times New Roman" panose="02020603050405020304" pitchFamily="18" charset="0"/>
                <a:ea typeface="Alexandria" pitchFamily="34" charset="-122"/>
                <a:cs typeface="Times New Roman" panose="02020603050405020304" pitchFamily="18" charset="0"/>
              </a:rPr>
              <a:t>thành</a:t>
            </a:r>
            <a:endParaRPr lang="en-VN" dirty="0"/>
          </a:p>
        </p:txBody>
      </p:sp>
      <p:sp>
        <p:nvSpPr>
          <p:cNvPr id="34" name="TextBox 33">
            <a:extLst>
              <a:ext uri="{FF2B5EF4-FFF2-40B4-BE49-F238E27FC236}">
                <a16:creationId xmlns:a16="http://schemas.microsoft.com/office/drawing/2014/main" id="{B340776F-1427-63AB-9B19-0BC09E96E185}"/>
              </a:ext>
            </a:extLst>
          </p:cNvPr>
          <p:cNvSpPr txBox="1"/>
          <p:nvPr/>
        </p:nvSpPr>
        <p:spPr>
          <a:xfrm>
            <a:off x="11781365" y="7461311"/>
            <a:ext cx="3644051" cy="523220"/>
          </a:xfrm>
          <a:prstGeom prst="rect">
            <a:avLst/>
          </a:prstGeom>
          <a:noFill/>
        </p:spPr>
        <p:txBody>
          <a:bodyPr wrap="square" rtlCol="0">
            <a:spAutoFit/>
          </a:bodyPr>
          <a:lstStyle/>
          <a:p>
            <a:r>
              <a:rPr lang="en-US" sz="2800" b="1" dirty="0" err="1">
                <a:solidFill>
                  <a:srgbClr val="404155"/>
                </a:solidFill>
                <a:latin typeface="Times New Roman" panose="02020603050405020304" pitchFamily="18" charset="0"/>
                <a:ea typeface="Alexandria" pitchFamily="34" charset="-122"/>
                <a:cs typeface="Times New Roman" panose="02020603050405020304" pitchFamily="18" charset="0"/>
              </a:rPr>
              <a:t>Hồ</a:t>
            </a:r>
            <a:r>
              <a:rPr lang="en-US" sz="2800" b="1" dirty="0">
                <a:solidFill>
                  <a:srgbClr val="404155"/>
                </a:solidFill>
                <a:latin typeface="Times New Roman" panose="02020603050405020304" pitchFamily="18" charset="0"/>
                <a:ea typeface="Alexandria" pitchFamily="34" charset="-122"/>
                <a:cs typeface="Times New Roman" panose="02020603050405020304" pitchFamily="18" charset="0"/>
              </a:rPr>
              <a:t> </a:t>
            </a:r>
            <a:r>
              <a:rPr lang="en-US" sz="2800" b="1" dirty="0" err="1">
                <a:solidFill>
                  <a:srgbClr val="404155"/>
                </a:solidFill>
                <a:latin typeface="Times New Roman" panose="02020603050405020304" pitchFamily="18" charset="0"/>
                <a:ea typeface="Alexandria" pitchFamily="34" charset="-122"/>
                <a:cs typeface="Times New Roman" panose="02020603050405020304" pitchFamily="18" charset="0"/>
              </a:rPr>
              <a:t>sơ</a:t>
            </a:r>
            <a:endParaRPr lang="en-VN" sz="2800" b="1" dirty="0">
              <a:latin typeface="Times New Roman" panose="02020603050405020304" pitchFamily="18" charset="0"/>
              <a:cs typeface="Times New Roman" panose="02020603050405020304" pitchFamily="18" charset="0"/>
            </a:endParaRPr>
          </a:p>
        </p:txBody>
      </p:sp>
      <p:sp>
        <p:nvSpPr>
          <p:cNvPr id="35" name="TextBox 34">
            <a:extLst>
              <a:ext uri="{FF2B5EF4-FFF2-40B4-BE49-F238E27FC236}">
                <a16:creationId xmlns:a16="http://schemas.microsoft.com/office/drawing/2014/main" id="{1FA9C9DA-5A9F-6411-0A8B-9920CD360447}"/>
              </a:ext>
            </a:extLst>
          </p:cNvPr>
          <p:cNvSpPr txBox="1"/>
          <p:nvPr/>
        </p:nvSpPr>
        <p:spPr>
          <a:xfrm>
            <a:off x="11518035" y="7981973"/>
            <a:ext cx="4777733" cy="369332"/>
          </a:xfrm>
          <a:prstGeom prst="rect">
            <a:avLst/>
          </a:prstGeom>
          <a:noFill/>
        </p:spPr>
        <p:txBody>
          <a:bodyPr wrap="square" rtlCol="0">
            <a:spAutoFit/>
          </a:bodyPr>
          <a:lstStyle/>
          <a:p>
            <a:r>
              <a:rPr lang="en-US" dirty="0" err="1">
                <a:solidFill>
                  <a:srgbClr val="404155"/>
                </a:solidFill>
                <a:latin typeface="Times New Roman" panose="02020603050405020304" pitchFamily="18" charset="0"/>
                <a:ea typeface="Alexandria" pitchFamily="34" charset="-122"/>
                <a:cs typeface="Times New Roman" panose="02020603050405020304" pitchFamily="18" charset="0"/>
              </a:rPr>
              <a:t>Thông</a:t>
            </a:r>
            <a:r>
              <a:rPr lang="en-US" dirty="0">
                <a:solidFill>
                  <a:srgbClr val="404155"/>
                </a:solidFill>
                <a:latin typeface="Times New Roman" panose="02020603050405020304" pitchFamily="18" charset="0"/>
                <a:ea typeface="Alexandria" pitchFamily="34" charset="-122"/>
                <a:cs typeface="Times New Roman" panose="02020603050405020304" pitchFamily="18" charset="0"/>
              </a:rPr>
              <a:t> tin </a:t>
            </a:r>
            <a:r>
              <a:rPr lang="en-US" dirty="0" err="1">
                <a:solidFill>
                  <a:srgbClr val="404155"/>
                </a:solidFill>
                <a:latin typeface="Times New Roman" panose="02020603050405020304" pitchFamily="18" charset="0"/>
                <a:ea typeface="Alexandria" pitchFamily="34" charset="-122"/>
                <a:cs typeface="Times New Roman" panose="02020603050405020304" pitchFamily="18" charset="0"/>
              </a:rPr>
              <a:t>tài</a:t>
            </a:r>
            <a:r>
              <a:rPr lang="en-US" dirty="0">
                <a:solidFill>
                  <a:srgbClr val="404155"/>
                </a:solidFill>
                <a:latin typeface="Times New Roman" panose="02020603050405020304" pitchFamily="18" charset="0"/>
                <a:ea typeface="Alexandria" pitchFamily="34" charset="-122"/>
                <a:cs typeface="Times New Roman" panose="02020603050405020304" pitchFamily="18" charset="0"/>
              </a:rPr>
              <a:t> </a:t>
            </a:r>
            <a:r>
              <a:rPr lang="en-US" dirty="0" err="1">
                <a:solidFill>
                  <a:srgbClr val="404155"/>
                </a:solidFill>
                <a:latin typeface="Times New Roman" panose="02020603050405020304" pitchFamily="18" charset="0"/>
                <a:ea typeface="Alexandria" pitchFamily="34" charset="-122"/>
                <a:cs typeface="Times New Roman" panose="02020603050405020304" pitchFamily="18" charset="0"/>
              </a:rPr>
              <a:t>xế</a:t>
            </a:r>
            <a:endParaRPr lang="en-VN" dirty="0"/>
          </a:p>
        </p:txBody>
      </p:sp>
      <p:sp>
        <p:nvSpPr>
          <p:cNvPr id="36" name="TextBox 35">
            <a:extLst>
              <a:ext uri="{FF2B5EF4-FFF2-40B4-BE49-F238E27FC236}">
                <a16:creationId xmlns:a16="http://schemas.microsoft.com/office/drawing/2014/main" id="{5937CD73-8CFC-A324-31AB-66E6BCAB8FC0}"/>
              </a:ext>
            </a:extLst>
          </p:cNvPr>
          <p:cNvSpPr txBox="1"/>
          <p:nvPr/>
        </p:nvSpPr>
        <p:spPr>
          <a:xfrm>
            <a:off x="1211424" y="8537126"/>
            <a:ext cx="11590176" cy="1354217"/>
          </a:xfrm>
          <a:prstGeom prst="rect">
            <a:avLst/>
          </a:prstGeom>
          <a:noFill/>
        </p:spPr>
        <p:txBody>
          <a:bodyPr wrap="square" rtlCol="0">
            <a:spAutoFit/>
          </a:bodyPr>
          <a:lstStyle/>
          <a:p>
            <a:r>
              <a:rPr lang="en-US" sz="3200" dirty="0" err="1">
                <a:solidFill>
                  <a:srgbClr val="1B1B27"/>
                </a:solidFill>
                <a:latin typeface="Times New Roman" panose="02020603050405020304" pitchFamily="18" charset="0"/>
                <a:ea typeface="Alexandria" pitchFamily="34" charset="-122"/>
                <a:cs typeface="Times New Roman" panose="02020603050405020304" pitchFamily="18" charset="0"/>
              </a:rPr>
              <a:t>Luồng</a:t>
            </a:r>
            <a:r>
              <a:rPr lang="en-US" sz="3200" dirty="0">
                <a:solidFill>
                  <a:srgbClr val="1B1B27"/>
                </a:solidFill>
                <a:latin typeface="Times New Roman" panose="02020603050405020304" pitchFamily="18" charset="0"/>
                <a:ea typeface="Alexandria" pitchFamily="34" charset="-122"/>
                <a:cs typeface="Times New Roman" panose="02020603050405020304" pitchFamily="18" charset="0"/>
              </a:rPr>
              <a:t> </a:t>
            </a:r>
            <a:r>
              <a:rPr lang="en-US" sz="3200" dirty="0" err="1">
                <a:solidFill>
                  <a:srgbClr val="1B1B27"/>
                </a:solidFill>
                <a:latin typeface="Times New Roman" panose="02020603050405020304" pitchFamily="18" charset="0"/>
                <a:ea typeface="Alexandria" pitchFamily="34" charset="-122"/>
                <a:cs typeface="Times New Roman" panose="02020603050405020304" pitchFamily="18" charset="0"/>
              </a:rPr>
              <a:t>giao</a:t>
            </a:r>
            <a:r>
              <a:rPr lang="en-US" sz="3200" dirty="0">
                <a:solidFill>
                  <a:srgbClr val="1B1B27"/>
                </a:solidFill>
                <a:latin typeface="Times New Roman" panose="02020603050405020304" pitchFamily="18" charset="0"/>
                <a:ea typeface="Alexandria" pitchFamily="34" charset="-122"/>
                <a:cs typeface="Times New Roman" panose="02020603050405020304" pitchFamily="18" charset="0"/>
              </a:rPr>
              <a:t> </a:t>
            </a:r>
            <a:r>
              <a:rPr lang="en-US" sz="3200" dirty="0" err="1">
                <a:solidFill>
                  <a:srgbClr val="1B1B27"/>
                </a:solidFill>
                <a:latin typeface="Times New Roman" panose="02020603050405020304" pitchFamily="18" charset="0"/>
                <a:ea typeface="Alexandria" pitchFamily="34" charset="-122"/>
                <a:cs typeface="Times New Roman" panose="02020603050405020304" pitchFamily="18" charset="0"/>
              </a:rPr>
              <a:t>hàng</a:t>
            </a:r>
            <a:r>
              <a:rPr lang="en-US" sz="3200" dirty="0">
                <a:solidFill>
                  <a:srgbClr val="1B1B27"/>
                </a:solidFill>
                <a:latin typeface="Times New Roman" panose="02020603050405020304" pitchFamily="18" charset="0"/>
                <a:ea typeface="Alexandria" pitchFamily="34" charset="-122"/>
                <a:cs typeface="Times New Roman" panose="02020603050405020304" pitchFamily="18" charset="0"/>
              </a:rPr>
              <a:t> : </a:t>
            </a:r>
            <a:r>
              <a:rPr lang="en-US" dirty="0" err="1">
                <a:solidFill>
                  <a:srgbClr val="404155"/>
                </a:solidFill>
                <a:latin typeface="Times New Roman" panose="02020603050405020304" pitchFamily="18" charset="0"/>
                <a:ea typeface="Nobile" pitchFamily="34" charset="-122"/>
                <a:cs typeface="Times New Roman" panose="02020603050405020304" pitchFamily="18" charset="0"/>
              </a:rPr>
              <a:t>Nhận</a:t>
            </a:r>
            <a:r>
              <a:rPr lang="en-US" dirty="0">
                <a:solidFill>
                  <a:srgbClr val="404155"/>
                </a:solidFill>
                <a:latin typeface="Times New Roman" panose="02020603050405020304" pitchFamily="18" charset="0"/>
                <a:ea typeface="Nobile" pitchFamily="34" charset="-122"/>
                <a:cs typeface="Times New Roman" panose="02020603050405020304" pitchFamily="18" charset="0"/>
              </a:rPr>
              <a:t> </a:t>
            </a:r>
            <a:r>
              <a:rPr lang="en-US" dirty="0" err="1">
                <a:solidFill>
                  <a:srgbClr val="404155"/>
                </a:solidFill>
                <a:latin typeface="Times New Roman" panose="02020603050405020304" pitchFamily="18" charset="0"/>
                <a:ea typeface="Nobile" pitchFamily="34" charset="-122"/>
                <a:cs typeface="Times New Roman" panose="02020603050405020304" pitchFamily="18" charset="0"/>
              </a:rPr>
              <a:t>đơn</a:t>
            </a:r>
            <a:r>
              <a:rPr lang="en-US" dirty="0">
                <a:solidFill>
                  <a:srgbClr val="404155"/>
                </a:solidFill>
                <a:latin typeface="Times New Roman" panose="02020603050405020304" pitchFamily="18" charset="0"/>
                <a:ea typeface="Nobile" pitchFamily="34" charset="-122"/>
                <a:cs typeface="Times New Roman" panose="02020603050405020304" pitchFamily="18" charset="0"/>
              </a:rPr>
              <a:t> → </a:t>
            </a:r>
            <a:r>
              <a:rPr lang="en-US" dirty="0" err="1">
                <a:solidFill>
                  <a:srgbClr val="404155"/>
                </a:solidFill>
                <a:latin typeface="Times New Roman" panose="02020603050405020304" pitchFamily="18" charset="0"/>
                <a:ea typeface="Nobile" pitchFamily="34" charset="-122"/>
                <a:cs typeface="Times New Roman" panose="02020603050405020304" pitchFamily="18" charset="0"/>
              </a:rPr>
              <a:t>Đến</a:t>
            </a:r>
            <a:r>
              <a:rPr lang="en-US" dirty="0">
                <a:solidFill>
                  <a:srgbClr val="404155"/>
                </a:solidFill>
                <a:latin typeface="Times New Roman" panose="02020603050405020304" pitchFamily="18" charset="0"/>
                <a:ea typeface="Nobile" pitchFamily="34" charset="-122"/>
                <a:cs typeface="Times New Roman" panose="02020603050405020304" pitchFamily="18" charset="0"/>
              </a:rPr>
              <a:t> </a:t>
            </a:r>
            <a:r>
              <a:rPr lang="en-US" dirty="0" err="1">
                <a:solidFill>
                  <a:srgbClr val="404155"/>
                </a:solidFill>
                <a:latin typeface="Times New Roman" panose="02020603050405020304" pitchFamily="18" charset="0"/>
                <a:ea typeface="Nobile" pitchFamily="34" charset="-122"/>
                <a:cs typeface="Times New Roman" panose="02020603050405020304" pitchFamily="18" charset="0"/>
              </a:rPr>
              <a:t>nhà</a:t>
            </a:r>
            <a:r>
              <a:rPr lang="en-US" dirty="0">
                <a:solidFill>
                  <a:srgbClr val="404155"/>
                </a:solidFill>
                <a:latin typeface="Times New Roman" panose="02020603050405020304" pitchFamily="18" charset="0"/>
                <a:ea typeface="Nobile" pitchFamily="34" charset="-122"/>
                <a:cs typeface="Times New Roman" panose="02020603050405020304" pitchFamily="18" charset="0"/>
              </a:rPr>
              <a:t> </a:t>
            </a:r>
            <a:r>
              <a:rPr lang="en-US" dirty="0" err="1">
                <a:solidFill>
                  <a:srgbClr val="404155"/>
                </a:solidFill>
                <a:latin typeface="Times New Roman" panose="02020603050405020304" pitchFamily="18" charset="0"/>
                <a:ea typeface="Nobile" pitchFamily="34" charset="-122"/>
                <a:cs typeface="Times New Roman" panose="02020603050405020304" pitchFamily="18" charset="0"/>
              </a:rPr>
              <a:t>hàng</a:t>
            </a:r>
            <a:r>
              <a:rPr lang="en-US" dirty="0">
                <a:solidFill>
                  <a:srgbClr val="404155"/>
                </a:solidFill>
                <a:latin typeface="Times New Roman" panose="02020603050405020304" pitchFamily="18" charset="0"/>
                <a:ea typeface="Nobile" pitchFamily="34" charset="-122"/>
                <a:cs typeface="Times New Roman" panose="02020603050405020304" pitchFamily="18" charset="0"/>
              </a:rPr>
              <a:t> </a:t>
            </a:r>
            <a:r>
              <a:rPr lang="en-US" dirty="0" err="1">
                <a:solidFill>
                  <a:srgbClr val="404155"/>
                </a:solidFill>
                <a:latin typeface="Times New Roman" panose="02020603050405020304" pitchFamily="18" charset="0"/>
                <a:ea typeface="Nobile" pitchFamily="34" charset="-122"/>
                <a:cs typeface="Times New Roman" panose="02020603050405020304" pitchFamily="18" charset="0"/>
              </a:rPr>
              <a:t>lấy</a:t>
            </a:r>
            <a:r>
              <a:rPr lang="en-US" dirty="0">
                <a:solidFill>
                  <a:srgbClr val="404155"/>
                </a:solidFill>
                <a:latin typeface="Times New Roman" panose="02020603050405020304" pitchFamily="18" charset="0"/>
                <a:ea typeface="Nobile" pitchFamily="34" charset="-122"/>
                <a:cs typeface="Times New Roman" panose="02020603050405020304" pitchFamily="18" charset="0"/>
              </a:rPr>
              <a:t> </a:t>
            </a:r>
            <a:r>
              <a:rPr lang="en-US" dirty="0" err="1">
                <a:solidFill>
                  <a:srgbClr val="404155"/>
                </a:solidFill>
                <a:latin typeface="Times New Roman" panose="02020603050405020304" pitchFamily="18" charset="0"/>
                <a:ea typeface="Nobile" pitchFamily="34" charset="-122"/>
                <a:cs typeface="Times New Roman" panose="02020603050405020304" pitchFamily="18" charset="0"/>
              </a:rPr>
              <a:t>hàng</a:t>
            </a:r>
            <a:r>
              <a:rPr lang="en-US" dirty="0">
                <a:solidFill>
                  <a:srgbClr val="404155"/>
                </a:solidFill>
                <a:latin typeface="Times New Roman" panose="02020603050405020304" pitchFamily="18" charset="0"/>
                <a:ea typeface="Nobile" pitchFamily="34" charset="-122"/>
                <a:cs typeface="Times New Roman" panose="02020603050405020304" pitchFamily="18" charset="0"/>
              </a:rPr>
              <a:t> → Giao </a:t>
            </a:r>
            <a:r>
              <a:rPr lang="en-US" dirty="0" err="1">
                <a:solidFill>
                  <a:srgbClr val="404155"/>
                </a:solidFill>
                <a:latin typeface="Times New Roman" panose="02020603050405020304" pitchFamily="18" charset="0"/>
                <a:ea typeface="Nobile" pitchFamily="34" charset="-122"/>
                <a:cs typeface="Times New Roman" panose="02020603050405020304" pitchFamily="18" charset="0"/>
              </a:rPr>
              <a:t>cho</a:t>
            </a:r>
            <a:r>
              <a:rPr lang="en-US" dirty="0">
                <a:solidFill>
                  <a:srgbClr val="404155"/>
                </a:solidFill>
                <a:latin typeface="Times New Roman" panose="02020603050405020304" pitchFamily="18" charset="0"/>
                <a:ea typeface="Nobile" pitchFamily="34" charset="-122"/>
                <a:cs typeface="Times New Roman" panose="02020603050405020304" pitchFamily="18" charset="0"/>
              </a:rPr>
              <a:t> </a:t>
            </a:r>
            <a:r>
              <a:rPr lang="en-US" dirty="0" err="1">
                <a:solidFill>
                  <a:srgbClr val="404155"/>
                </a:solidFill>
                <a:latin typeface="Times New Roman" panose="02020603050405020304" pitchFamily="18" charset="0"/>
                <a:ea typeface="Nobile" pitchFamily="34" charset="-122"/>
                <a:cs typeface="Times New Roman" panose="02020603050405020304" pitchFamily="18" charset="0"/>
              </a:rPr>
              <a:t>khách</a:t>
            </a:r>
            <a:r>
              <a:rPr lang="en-US" dirty="0">
                <a:solidFill>
                  <a:srgbClr val="404155"/>
                </a:solidFill>
                <a:latin typeface="Times New Roman" panose="02020603050405020304" pitchFamily="18" charset="0"/>
                <a:ea typeface="Nobile" pitchFamily="34" charset="-122"/>
                <a:cs typeface="Times New Roman" panose="02020603050405020304" pitchFamily="18" charset="0"/>
              </a:rPr>
              <a:t> → </a:t>
            </a:r>
            <a:r>
              <a:rPr lang="en-US" dirty="0" err="1">
                <a:solidFill>
                  <a:srgbClr val="404155"/>
                </a:solidFill>
                <a:latin typeface="Times New Roman" panose="02020603050405020304" pitchFamily="18" charset="0"/>
                <a:ea typeface="Nobile" pitchFamily="34" charset="-122"/>
                <a:cs typeface="Times New Roman" panose="02020603050405020304" pitchFamily="18" charset="0"/>
              </a:rPr>
              <a:t>Xác</a:t>
            </a:r>
            <a:r>
              <a:rPr lang="en-US" dirty="0">
                <a:solidFill>
                  <a:srgbClr val="404155"/>
                </a:solidFill>
                <a:latin typeface="Times New Roman" panose="02020603050405020304" pitchFamily="18" charset="0"/>
                <a:ea typeface="Nobile" pitchFamily="34" charset="-122"/>
                <a:cs typeface="Times New Roman" panose="02020603050405020304" pitchFamily="18" charset="0"/>
              </a:rPr>
              <a:t> </a:t>
            </a:r>
            <a:r>
              <a:rPr lang="en-US" dirty="0" err="1">
                <a:solidFill>
                  <a:srgbClr val="404155"/>
                </a:solidFill>
                <a:latin typeface="Times New Roman" panose="02020603050405020304" pitchFamily="18" charset="0"/>
                <a:ea typeface="Nobile" pitchFamily="34" charset="-122"/>
                <a:cs typeface="Times New Roman" panose="02020603050405020304" pitchFamily="18" charset="0"/>
              </a:rPr>
              <a:t>nhận</a:t>
            </a:r>
            <a:r>
              <a:rPr lang="en-US" dirty="0">
                <a:solidFill>
                  <a:srgbClr val="404155"/>
                </a:solidFill>
                <a:latin typeface="Times New Roman" panose="02020603050405020304" pitchFamily="18" charset="0"/>
                <a:ea typeface="Nobile" pitchFamily="34" charset="-122"/>
                <a:cs typeface="Times New Roman" panose="02020603050405020304" pitchFamily="18" charset="0"/>
              </a:rPr>
              <a:t> </a:t>
            </a:r>
            <a:r>
              <a:rPr lang="en-US" dirty="0" err="1">
                <a:solidFill>
                  <a:srgbClr val="404155"/>
                </a:solidFill>
                <a:latin typeface="Times New Roman" panose="02020603050405020304" pitchFamily="18" charset="0"/>
                <a:ea typeface="Nobile" pitchFamily="34" charset="-122"/>
                <a:cs typeface="Times New Roman" panose="02020603050405020304" pitchFamily="18" charset="0"/>
              </a:rPr>
              <a:t>hoàn</a:t>
            </a:r>
            <a:r>
              <a:rPr lang="en-US" dirty="0">
                <a:solidFill>
                  <a:srgbClr val="404155"/>
                </a:solidFill>
                <a:latin typeface="Times New Roman" panose="02020603050405020304" pitchFamily="18" charset="0"/>
                <a:ea typeface="Nobile" pitchFamily="34" charset="-122"/>
                <a:cs typeface="Times New Roman" panose="02020603050405020304" pitchFamily="18" charset="0"/>
              </a:rPr>
              <a:t> </a:t>
            </a:r>
            <a:r>
              <a:rPr lang="en-US" dirty="0" err="1">
                <a:solidFill>
                  <a:srgbClr val="404155"/>
                </a:solidFill>
                <a:latin typeface="Times New Roman" panose="02020603050405020304" pitchFamily="18" charset="0"/>
                <a:ea typeface="Nobile" pitchFamily="34" charset="-122"/>
                <a:cs typeface="Times New Roman" panose="02020603050405020304" pitchFamily="18" charset="0"/>
              </a:rPr>
              <a:t>thành</a:t>
            </a:r>
            <a:endParaRPr lang="en-US" dirty="0">
              <a:latin typeface="Times New Roman" panose="02020603050405020304" pitchFamily="18" charset="0"/>
              <a:cs typeface="Times New Roman" panose="02020603050405020304" pitchFamily="18" charset="0"/>
            </a:endParaRPr>
          </a:p>
          <a:p>
            <a:endParaRPr lang="en-US" sz="3200" dirty="0">
              <a:latin typeface="Times New Roman" panose="02020603050405020304" pitchFamily="18" charset="0"/>
              <a:cs typeface="Times New Roman" panose="02020603050405020304" pitchFamily="18" charset="0"/>
            </a:endParaRPr>
          </a:p>
          <a:p>
            <a:endParaRPr lang="en-VN" dirty="0"/>
          </a:p>
        </p:txBody>
      </p:sp>
    </p:spTree>
    <p:extLst>
      <p:ext uri="{BB962C8B-B14F-4D97-AF65-F5344CB8AC3E}">
        <p14:creationId xmlns:p14="http://schemas.microsoft.com/office/powerpoint/2010/main" val="260474946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997872-4B32-396B-0B41-A0A19BA5A014}"/>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1B7D58D6-D017-E273-A93D-CE37B43BBDDF}"/>
              </a:ext>
            </a:extLst>
          </p:cNvPr>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a:stretch>
          </a:blipFill>
        </p:spPr>
        <p:txBody>
          <a:bodyPr/>
          <a:lstStyle/>
          <a:p>
            <a:endParaRPr lang="vi-VN" dirty="0"/>
          </a:p>
        </p:txBody>
      </p:sp>
      <p:sp>
        <p:nvSpPr>
          <p:cNvPr id="10" name="TextBox 9">
            <a:extLst>
              <a:ext uri="{FF2B5EF4-FFF2-40B4-BE49-F238E27FC236}">
                <a16:creationId xmlns:a16="http://schemas.microsoft.com/office/drawing/2014/main" id="{70F8394C-820B-EAFC-14A8-6499B38180C0}"/>
              </a:ext>
            </a:extLst>
          </p:cNvPr>
          <p:cNvSpPr txBox="1"/>
          <p:nvPr/>
        </p:nvSpPr>
        <p:spPr>
          <a:xfrm>
            <a:off x="4470187" y="6438900"/>
            <a:ext cx="2971800" cy="914400"/>
          </a:xfrm>
          <a:prstGeom prst="rect">
            <a:avLst/>
          </a:prstGeom>
          <a:noFill/>
        </p:spPr>
        <p:txBody>
          <a:bodyPr wrap="square" rtlCol="0">
            <a:spAutoFit/>
          </a:bodyPr>
          <a:lstStyle/>
          <a:p>
            <a:endParaRPr lang="en-US" dirty="0"/>
          </a:p>
        </p:txBody>
      </p:sp>
      <p:grpSp>
        <p:nvGrpSpPr>
          <p:cNvPr id="9" name="Group 3">
            <a:extLst>
              <a:ext uri="{FF2B5EF4-FFF2-40B4-BE49-F238E27FC236}">
                <a16:creationId xmlns:a16="http://schemas.microsoft.com/office/drawing/2014/main" id="{0D1654AD-1809-ABD9-9268-C3B8E6306E17}"/>
              </a:ext>
            </a:extLst>
          </p:cNvPr>
          <p:cNvGrpSpPr/>
          <p:nvPr/>
        </p:nvGrpSpPr>
        <p:grpSpPr>
          <a:xfrm>
            <a:off x="1127553" y="1902016"/>
            <a:ext cx="853655" cy="972116"/>
            <a:chOff x="0" y="-205478"/>
            <a:chExt cx="1371600" cy="1615178"/>
          </a:xfrm>
        </p:grpSpPr>
        <p:sp>
          <p:nvSpPr>
            <p:cNvPr id="11" name="Freeform 4">
              <a:extLst>
                <a:ext uri="{FF2B5EF4-FFF2-40B4-BE49-F238E27FC236}">
                  <a16:creationId xmlns:a16="http://schemas.microsoft.com/office/drawing/2014/main" id="{31006816-80C5-1D03-8553-07F3F8C33844}"/>
                </a:ext>
              </a:extLst>
            </p:cNvPr>
            <p:cNvSpPr/>
            <p:nvPr/>
          </p:nvSpPr>
          <p:spPr>
            <a:xfrm>
              <a:off x="0" y="0"/>
              <a:ext cx="1371600" cy="1409700"/>
            </a:xfrm>
            <a:custGeom>
              <a:avLst/>
              <a:gdLst/>
              <a:ahLst/>
              <a:cxnLst/>
              <a:rect l="l" t="t" r="r" b="b"/>
              <a:pathLst>
                <a:path w="1371600" h="1409700">
                  <a:moveTo>
                    <a:pt x="0" y="704850"/>
                  </a:moveTo>
                  <a:cubicBezTo>
                    <a:pt x="0" y="315595"/>
                    <a:pt x="307086" y="0"/>
                    <a:pt x="685800" y="0"/>
                  </a:cubicBezTo>
                  <a:cubicBezTo>
                    <a:pt x="1064514" y="0"/>
                    <a:pt x="1371600" y="315595"/>
                    <a:pt x="1371600" y="704850"/>
                  </a:cubicBezTo>
                  <a:cubicBezTo>
                    <a:pt x="1371600" y="1094105"/>
                    <a:pt x="1064514" y="1409700"/>
                    <a:pt x="685800" y="1409700"/>
                  </a:cubicBezTo>
                  <a:cubicBezTo>
                    <a:pt x="307086" y="1409700"/>
                    <a:pt x="0" y="1094105"/>
                    <a:pt x="0" y="704850"/>
                  </a:cubicBezTo>
                  <a:close/>
                </a:path>
              </a:pathLst>
            </a:custGeom>
            <a:solidFill>
              <a:srgbClr val="FCB618"/>
            </a:solidFill>
            <a:ln w="12700">
              <a:solidFill>
                <a:schemeClr val="bg1"/>
              </a:solidFill>
            </a:ln>
          </p:spPr>
          <p:txBody>
            <a:bodyPr/>
            <a:lstStyle/>
            <a:p>
              <a:endParaRPr lang="vi-VN" sz="4800"/>
            </a:p>
          </p:txBody>
        </p:sp>
        <p:sp>
          <p:nvSpPr>
            <p:cNvPr id="12" name="TextBox 5">
              <a:extLst>
                <a:ext uri="{FF2B5EF4-FFF2-40B4-BE49-F238E27FC236}">
                  <a16:creationId xmlns:a16="http://schemas.microsoft.com/office/drawing/2014/main" id="{B7EB39C2-D834-3B90-78B0-1713CFAD2727}"/>
                </a:ext>
              </a:extLst>
            </p:cNvPr>
            <p:cNvSpPr txBox="1"/>
            <p:nvPr/>
          </p:nvSpPr>
          <p:spPr>
            <a:xfrm>
              <a:off x="76" y="-205478"/>
              <a:ext cx="1371524" cy="1428709"/>
            </a:xfrm>
            <a:prstGeom prst="rect">
              <a:avLst/>
            </a:prstGeom>
            <a:noFill/>
            <a:ln>
              <a:noFill/>
            </a:ln>
          </p:spPr>
          <p:style>
            <a:lnRef idx="0">
              <a:scrgbClr r="0" g="0" b="0"/>
            </a:lnRef>
            <a:fillRef idx="0">
              <a:scrgbClr r="0" g="0" b="0"/>
            </a:fillRef>
            <a:effectRef idx="0">
              <a:scrgbClr r="0" g="0" b="0"/>
            </a:effectRef>
            <a:fontRef idx="minor">
              <a:schemeClr val="accent6"/>
            </a:fontRef>
          </p:style>
          <p:txBody>
            <a:bodyPr lIns="50800" tIns="50800" rIns="50800" bIns="50800" rtlCol="0" anchor="ctr"/>
            <a:lstStyle/>
            <a:p>
              <a:pPr algn="ctr">
                <a:lnSpc>
                  <a:spcPts val="8640"/>
                </a:lnSpc>
              </a:pPr>
              <a:r>
                <a:rPr lang="en-US" sz="4400" b="1" dirty="0">
                  <a:solidFill>
                    <a:srgbClr val="FFFFFF"/>
                  </a:solidFill>
                  <a:latin typeface="Cambria" panose="02040503050406030204" pitchFamily="18" charset="0"/>
                  <a:ea typeface="Cambria" panose="02040503050406030204" pitchFamily="18" charset="0"/>
                  <a:cs typeface="Cambria Bold"/>
                  <a:sym typeface="Cambria Bold"/>
                </a:rPr>
                <a:t>3</a:t>
              </a:r>
            </a:p>
          </p:txBody>
        </p:sp>
      </p:grpSp>
      <p:sp>
        <p:nvSpPr>
          <p:cNvPr id="13" name="TextBox 6">
            <a:extLst>
              <a:ext uri="{FF2B5EF4-FFF2-40B4-BE49-F238E27FC236}">
                <a16:creationId xmlns:a16="http://schemas.microsoft.com/office/drawing/2014/main" id="{C1C3C2D1-51E9-CB65-51E1-190C27B2A2E0}"/>
              </a:ext>
            </a:extLst>
          </p:cNvPr>
          <p:cNvSpPr txBox="1"/>
          <p:nvPr/>
        </p:nvSpPr>
        <p:spPr>
          <a:xfrm>
            <a:off x="2333243" y="1902016"/>
            <a:ext cx="7438557" cy="984629"/>
          </a:xfrm>
          <a:prstGeom prst="rect">
            <a:avLst/>
          </a:prstGeom>
        </p:spPr>
        <p:txBody>
          <a:bodyPr lIns="0" tIns="0" rIns="0" bIns="0" rtlCol="0" anchor="t">
            <a:spAutoFit/>
          </a:bodyPr>
          <a:lstStyle/>
          <a:p>
            <a:pPr algn="l">
              <a:lnSpc>
                <a:spcPts val="8640"/>
              </a:lnSpc>
            </a:pPr>
            <a:r>
              <a:rPr lang="en-US" sz="5400" b="1" dirty="0" err="1">
                <a:solidFill>
                  <a:srgbClr val="16458C"/>
                </a:solidFill>
                <a:latin typeface="Cambria" panose="02040503050406030204" pitchFamily="18" charset="0"/>
                <a:ea typeface="Cambria" panose="02040503050406030204" pitchFamily="18" charset="0"/>
                <a:cs typeface="Cambria Bold"/>
                <a:sym typeface="Cambria Bold"/>
              </a:rPr>
              <a:t>Kết</a:t>
            </a:r>
            <a:r>
              <a:rPr lang="en-US" sz="5400" b="1" dirty="0">
                <a:solidFill>
                  <a:srgbClr val="16458C"/>
                </a:solidFill>
                <a:latin typeface="Cambria" panose="02040503050406030204" pitchFamily="18" charset="0"/>
                <a:ea typeface="Cambria" panose="02040503050406030204" pitchFamily="18" charset="0"/>
                <a:cs typeface="Cambria Bold"/>
                <a:sym typeface="Cambria Bold"/>
              </a:rPr>
              <a:t> </a:t>
            </a:r>
            <a:r>
              <a:rPr lang="en-US" sz="5400" b="1" dirty="0" err="1">
                <a:solidFill>
                  <a:srgbClr val="16458C"/>
                </a:solidFill>
                <a:latin typeface="Cambria" panose="02040503050406030204" pitchFamily="18" charset="0"/>
                <a:ea typeface="Cambria" panose="02040503050406030204" pitchFamily="18" charset="0"/>
                <a:cs typeface="Cambria Bold"/>
                <a:sym typeface="Cambria Bold"/>
              </a:rPr>
              <a:t>quả</a:t>
            </a:r>
            <a:r>
              <a:rPr lang="en-US" sz="5400" b="1" dirty="0">
                <a:solidFill>
                  <a:srgbClr val="16458C"/>
                </a:solidFill>
                <a:latin typeface="Cambria" panose="02040503050406030204" pitchFamily="18" charset="0"/>
                <a:ea typeface="Cambria" panose="02040503050406030204" pitchFamily="18" charset="0"/>
                <a:cs typeface="Cambria Bold"/>
                <a:sym typeface="Cambria Bold"/>
              </a:rPr>
              <a:t> </a:t>
            </a:r>
            <a:r>
              <a:rPr lang="en-US" sz="5400" b="1" dirty="0" err="1">
                <a:solidFill>
                  <a:srgbClr val="16458C"/>
                </a:solidFill>
                <a:latin typeface="Cambria" panose="02040503050406030204" pitchFamily="18" charset="0"/>
                <a:ea typeface="Cambria" panose="02040503050406030204" pitchFamily="18" charset="0"/>
                <a:cs typeface="Cambria Bold"/>
                <a:sym typeface="Cambria Bold"/>
              </a:rPr>
              <a:t>đạt</a:t>
            </a:r>
            <a:r>
              <a:rPr lang="en-US" sz="5400" b="1" dirty="0">
                <a:solidFill>
                  <a:srgbClr val="16458C"/>
                </a:solidFill>
                <a:latin typeface="Cambria" panose="02040503050406030204" pitchFamily="18" charset="0"/>
                <a:ea typeface="Cambria" panose="02040503050406030204" pitchFamily="18" charset="0"/>
                <a:cs typeface="Cambria Bold"/>
                <a:sym typeface="Cambria Bold"/>
              </a:rPr>
              <a:t> </a:t>
            </a:r>
            <a:r>
              <a:rPr lang="en-US" sz="5400" b="1" dirty="0" err="1">
                <a:solidFill>
                  <a:srgbClr val="16458C"/>
                </a:solidFill>
                <a:latin typeface="Cambria" panose="02040503050406030204" pitchFamily="18" charset="0"/>
                <a:ea typeface="Cambria" panose="02040503050406030204" pitchFamily="18" charset="0"/>
                <a:cs typeface="Cambria Bold"/>
                <a:sym typeface="Cambria Bold"/>
              </a:rPr>
              <a:t>được</a:t>
            </a:r>
            <a:endParaRPr lang="en-US" sz="5400" b="1" dirty="0">
              <a:solidFill>
                <a:srgbClr val="16458C"/>
              </a:solidFill>
              <a:latin typeface="Cambria" panose="02040503050406030204" pitchFamily="18" charset="0"/>
              <a:ea typeface="Cambria" panose="02040503050406030204" pitchFamily="18" charset="0"/>
              <a:cs typeface="Cambria Bold"/>
              <a:sym typeface="Cambria Bold"/>
            </a:endParaRPr>
          </a:p>
        </p:txBody>
      </p:sp>
      <p:pic>
        <p:nvPicPr>
          <p:cNvPr id="27" name="Image 0" descr="preencoded.png">
            <a:extLst>
              <a:ext uri="{FF2B5EF4-FFF2-40B4-BE49-F238E27FC236}">
                <a16:creationId xmlns:a16="http://schemas.microsoft.com/office/drawing/2014/main" id="{CB143E6F-9CDA-6CCC-F0C8-EDE20C8E3A7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17486" y="3277754"/>
            <a:ext cx="495226" cy="495226"/>
          </a:xfrm>
          <a:prstGeom prst="rect">
            <a:avLst/>
          </a:prstGeom>
        </p:spPr>
      </p:pic>
      <p:sp>
        <p:nvSpPr>
          <p:cNvPr id="28" name="Text 1">
            <a:extLst>
              <a:ext uri="{FF2B5EF4-FFF2-40B4-BE49-F238E27FC236}">
                <a16:creationId xmlns:a16="http://schemas.microsoft.com/office/drawing/2014/main" id="{09EFF88B-F4E6-AD26-20F2-6D514C675B64}"/>
              </a:ext>
            </a:extLst>
          </p:cNvPr>
          <p:cNvSpPr/>
          <p:nvPr/>
        </p:nvSpPr>
        <p:spPr>
          <a:xfrm>
            <a:off x="1017486" y="4034137"/>
            <a:ext cx="3342355" cy="319358"/>
          </a:xfrm>
          <a:prstGeom prst="rect">
            <a:avLst/>
          </a:prstGeom>
          <a:noFill/>
          <a:ln/>
        </p:spPr>
        <p:txBody>
          <a:bodyPr wrap="none" lIns="0" tIns="0" rIns="0" bIns="0" rtlCol="0" anchor="t"/>
          <a:lstStyle/>
          <a:p>
            <a:pPr marL="0" indent="0" algn="l">
              <a:lnSpc>
                <a:spcPts val="1500"/>
              </a:lnSpc>
              <a:buNone/>
            </a:pPr>
            <a:r>
              <a:rPr lang="en-US" sz="2800" dirty="0">
                <a:solidFill>
                  <a:srgbClr val="404155"/>
                </a:solidFill>
                <a:latin typeface="Times New Roman" panose="02020603050405020304" pitchFamily="18" charset="0"/>
                <a:ea typeface="Alexandria" pitchFamily="34" charset="-122"/>
                <a:cs typeface="Times New Roman" panose="02020603050405020304" pitchFamily="18" charset="0"/>
              </a:rPr>
              <a:t>Về sản phẩm phần mềm</a:t>
            </a:r>
            <a:endParaRPr lang="en-US" sz="2800" dirty="0">
              <a:latin typeface="Times New Roman" panose="02020603050405020304" pitchFamily="18" charset="0"/>
              <a:cs typeface="Times New Roman" panose="02020603050405020304" pitchFamily="18" charset="0"/>
            </a:endParaRPr>
          </a:p>
        </p:txBody>
      </p:sp>
      <p:sp>
        <p:nvSpPr>
          <p:cNvPr id="29" name="Text 2">
            <a:extLst>
              <a:ext uri="{FF2B5EF4-FFF2-40B4-BE49-F238E27FC236}">
                <a16:creationId xmlns:a16="http://schemas.microsoft.com/office/drawing/2014/main" id="{A9DF9F82-B371-C3F9-B755-BEE1A0949FD7}"/>
              </a:ext>
            </a:extLst>
          </p:cNvPr>
          <p:cNvSpPr/>
          <p:nvPr/>
        </p:nvSpPr>
        <p:spPr>
          <a:xfrm>
            <a:off x="1017486" y="4299472"/>
            <a:ext cx="5230914" cy="4091321"/>
          </a:xfrm>
          <a:prstGeom prst="rect">
            <a:avLst/>
          </a:prstGeom>
          <a:noFill/>
          <a:ln/>
        </p:spPr>
        <p:txBody>
          <a:bodyPr wrap="square" lIns="0" tIns="0" rIns="0" bIns="0" rtlCol="0" anchor="t"/>
          <a:lstStyle/>
          <a:p>
            <a:pPr algn="just">
              <a:lnSpc>
                <a:spcPct val="150000"/>
              </a:lnSpc>
              <a:buSzPct val="100000"/>
            </a:pPr>
            <a:r>
              <a:rPr lang="en-US" dirty="0">
                <a:solidFill>
                  <a:srgbClr val="000000"/>
                </a:solidFill>
                <a:latin typeface="Times New Roman" panose="02020603050405020304" pitchFamily="18" charset="0"/>
                <a:ea typeface="Nobile" pitchFamily="34" charset="-122"/>
                <a:cs typeface="Times New Roman" panose="02020603050405020304" pitchFamily="18" charset="0"/>
              </a:rPr>
              <a:t>✅</a:t>
            </a:r>
            <a:r>
              <a:rPr lang="en-US" dirty="0">
                <a:solidFill>
                  <a:srgbClr val="404155"/>
                </a:solidFill>
                <a:latin typeface="Times New Roman" panose="02020603050405020304" pitchFamily="18" charset="0"/>
                <a:ea typeface="Nobile" pitchFamily="34" charset="-122"/>
                <a:cs typeface="Times New Roman" panose="02020603050405020304" pitchFamily="18" charset="0"/>
              </a:rPr>
              <a:t> Ứng dụng di động đa nền tảng (iOS &amp; Android) với 3 phân hệ hoạt động đầy đủ</a:t>
            </a:r>
            <a:endParaRPr lang="en-US" dirty="0">
              <a:latin typeface="Times New Roman" panose="02020603050405020304" pitchFamily="18" charset="0"/>
              <a:cs typeface="Times New Roman" panose="02020603050405020304" pitchFamily="18" charset="0"/>
            </a:endParaRPr>
          </a:p>
          <a:p>
            <a:pPr algn="just">
              <a:lnSpc>
                <a:spcPct val="150000"/>
              </a:lnSpc>
              <a:buSzPct val="100000"/>
            </a:pPr>
            <a:r>
              <a:rPr lang="en-US" dirty="0">
                <a:solidFill>
                  <a:srgbClr val="000000"/>
                </a:solidFill>
                <a:latin typeface="Times New Roman" panose="02020603050405020304" pitchFamily="18" charset="0"/>
                <a:ea typeface="Nobile" pitchFamily="34" charset="-122"/>
                <a:cs typeface="Times New Roman" panose="02020603050405020304" pitchFamily="18" charset="0"/>
              </a:rPr>
              <a:t>✅</a:t>
            </a:r>
            <a:r>
              <a:rPr lang="en-US" dirty="0">
                <a:solidFill>
                  <a:srgbClr val="404155"/>
                </a:solidFill>
                <a:latin typeface="Times New Roman" panose="02020603050405020304" pitchFamily="18" charset="0"/>
                <a:ea typeface="Nobile" pitchFamily="34" charset="-122"/>
                <a:cs typeface="Times New Roman" panose="02020603050405020304" pitchFamily="18" charset="0"/>
              </a:rPr>
              <a:t> Backend RESTful API hoàn chỉnh (Node.js + Express + Prisma + PostgreSQL)</a:t>
            </a:r>
            <a:endParaRPr lang="en-US" dirty="0">
              <a:latin typeface="Times New Roman" panose="02020603050405020304" pitchFamily="18" charset="0"/>
              <a:cs typeface="Times New Roman" panose="02020603050405020304" pitchFamily="18" charset="0"/>
            </a:endParaRPr>
          </a:p>
          <a:p>
            <a:pPr algn="just">
              <a:lnSpc>
                <a:spcPct val="150000"/>
              </a:lnSpc>
              <a:buSzPct val="100000"/>
            </a:pPr>
            <a:r>
              <a:rPr lang="en-US" dirty="0">
                <a:solidFill>
                  <a:srgbClr val="000000"/>
                </a:solidFill>
                <a:latin typeface="Times New Roman" panose="02020603050405020304" pitchFamily="18" charset="0"/>
                <a:ea typeface="Nobile" pitchFamily="34" charset="-122"/>
                <a:cs typeface="Times New Roman" panose="02020603050405020304" pitchFamily="18" charset="0"/>
              </a:rPr>
              <a:t>✅</a:t>
            </a:r>
            <a:r>
              <a:rPr lang="en-US" dirty="0">
                <a:solidFill>
                  <a:srgbClr val="404155"/>
                </a:solidFill>
                <a:latin typeface="Times New Roman" panose="02020603050405020304" pitchFamily="18" charset="0"/>
                <a:ea typeface="Nobile" pitchFamily="34" charset="-122"/>
                <a:cs typeface="Times New Roman" panose="02020603050405020304" pitchFamily="18" charset="0"/>
              </a:rPr>
              <a:t> Cập nhật trạng thái đơn hàng thời gian thực (Supabase Realtime)</a:t>
            </a:r>
            <a:endParaRPr lang="en-US" dirty="0">
              <a:latin typeface="Times New Roman" panose="02020603050405020304" pitchFamily="18" charset="0"/>
              <a:cs typeface="Times New Roman" panose="02020603050405020304" pitchFamily="18" charset="0"/>
            </a:endParaRPr>
          </a:p>
          <a:p>
            <a:pPr algn="just">
              <a:lnSpc>
                <a:spcPct val="150000"/>
              </a:lnSpc>
              <a:buSzPct val="100000"/>
            </a:pPr>
            <a:r>
              <a:rPr lang="en-US" dirty="0">
                <a:solidFill>
                  <a:srgbClr val="000000"/>
                </a:solidFill>
                <a:latin typeface="Times New Roman" panose="02020603050405020304" pitchFamily="18" charset="0"/>
                <a:ea typeface="Nobile" pitchFamily="34" charset="-122"/>
                <a:cs typeface="Times New Roman" panose="02020603050405020304" pitchFamily="18" charset="0"/>
              </a:rPr>
              <a:t>✅</a:t>
            </a:r>
            <a:r>
              <a:rPr lang="en-US" dirty="0">
                <a:solidFill>
                  <a:srgbClr val="404155"/>
                </a:solidFill>
                <a:latin typeface="Times New Roman" panose="02020603050405020304" pitchFamily="18" charset="0"/>
                <a:ea typeface="Nobile" pitchFamily="34" charset="-122"/>
                <a:cs typeface="Times New Roman" panose="02020603050405020304" pitchFamily="18" charset="0"/>
              </a:rPr>
              <a:t> Xác thực đa phương thức: Email/Password, Google Sign-In, OTP</a:t>
            </a:r>
            <a:endParaRPr lang="en-US" dirty="0">
              <a:latin typeface="Times New Roman" panose="02020603050405020304" pitchFamily="18" charset="0"/>
              <a:cs typeface="Times New Roman" panose="02020603050405020304" pitchFamily="18" charset="0"/>
            </a:endParaRPr>
          </a:p>
          <a:p>
            <a:pPr algn="just">
              <a:lnSpc>
                <a:spcPct val="150000"/>
              </a:lnSpc>
              <a:buSzPct val="100000"/>
            </a:pPr>
            <a:r>
              <a:rPr lang="en-US" dirty="0">
                <a:solidFill>
                  <a:srgbClr val="000000"/>
                </a:solidFill>
                <a:latin typeface="Times New Roman" panose="02020603050405020304" pitchFamily="18" charset="0"/>
                <a:ea typeface="Nobile" pitchFamily="34" charset="-122"/>
                <a:cs typeface="Times New Roman" panose="02020603050405020304" pitchFamily="18" charset="0"/>
              </a:rPr>
              <a:t>✅</a:t>
            </a:r>
            <a:r>
              <a:rPr lang="en-US" dirty="0">
                <a:solidFill>
                  <a:srgbClr val="404155"/>
                </a:solidFill>
                <a:latin typeface="Times New Roman" panose="02020603050405020304" pitchFamily="18" charset="0"/>
                <a:ea typeface="Nobile" pitchFamily="34" charset="-122"/>
                <a:cs typeface="Times New Roman" panose="02020603050405020304" pitchFamily="18" charset="0"/>
              </a:rPr>
              <a:t> Theo dõi vị trí tài xế trực tiếp trên bản đồ (Flutter Map)</a:t>
            </a:r>
            <a:endParaRPr lang="en-US" dirty="0">
              <a:latin typeface="Times New Roman" panose="02020603050405020304" pitchFamily="18" charset="0"/>
              <a:cs typeface="Times New Roman" panose="02020603050405020304" pitchFamily="18" charset="0"/>
            </a:endParaRPr>
          </a:p>
        </p:txBody>
      </p:sp>
      <p:pic>
        <p:nvPicPr>
          <p:cNvPr id="30" name="Image 1" descr="preencoded.png">
            <a:extLst>
              <a:ext uri="{FF2B5EF4-FFF2-40B4-BE49-F238E27FC236}">
                <a16:creationId xmlns:a16="http://schemas.microsoft.com/office/drawing/2014/main" id="{CCFF2995-A736-FB17-2336-EE96AA84B42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957150" y="3277754"/>
            <a:ext cx="495226" cy="495226"/>
          </a:xfrm>
          <a:prstGeom prst="rect">
            <a:avLst/>
          </a:prstGeom>
        </p:spPr>
      </p:pic>
      <p:sp>
        <p:nvSpPr>
          <p:cNvPr id="31" name="Text 3">
            <a:extLst>
              <a:ext uri="{FF2B5EF4-FFF2-40B4-BE49-F238E27FC236}">
                <a16:creationId xmlns:a16="http://schemas.microsoft.com/office/drawing/2014/main" id="{5188E05D-80F3-9C46-C91C-923AA622C913}"/>
              </a:ext>
            </a:extLst>
          </p:cNvPr>
          <p:cNvSpPr/>
          <p:nvPr/>
        </p:nvSpPr>
        <p:spPr>
          <a:xfrm>
            <a:off x="6963705" y="4031929"/>
            <a:ext cx="2613943" cy="319357"/>
          </a:xfrm>
          <a:prstGeom prst="rect">
            <a:avLst/>
          </a:prstGeom>
          <a:noFill/>
          <a:ln/>
        </p:spPr>
        <p:txBody>
          <a:bodyPr wrap="none" lIns="0" tIns="0" rIns="0" bIns="0" rtlCol="0" anchor="t"/>
          <a:lstStyle/>
          <a:p>
            <a:pPr marL="0" indent="0" algn="l">
              <a:lnSpc>
                <a:spcPts val="1500"/>
              </a:lnSpc>
              <a:buNone/>
            </a:pPr>
            <a:r>
              <a:rPr lang="en-US" sz="2800" dirty="0">
                <a:solidFill>
                  <a:srgbClr val="404155"/>
                </a:solidFill>
                <a:latin typeface="Times New Roman" panose="02020603050405020304" pitchFamily="18" charset="0"/>
                <a:ea typeface="Alexandria" pitchFamily="34" charset="-122"/>
                <a:cs typeface="Times New Roman" panose="02020603050405020304" pitchFamily="18" charset="0"/>
              </a:rPr>
              <a:t>Về mặt học thuật</a:t>
            </a:r>
            <a:endParaRPr lang="en-US" sz="2800" dirty="0">
              <a:latin typeface="Times New Roman" panose="02020603050405020304" pitchFamily="18" charset="0"/>
              <a:cs typeface="Times New Roman" panose="02020603050405020304" pitchFamily="18" charset="0"/>
            </a:endParaRPr>
          </a:p>
        </p:txBody>
      </p:sp>
      <p:sp>
        <p:nvSpPr>
          <p:cNvPr id="32" name="Text 4">
            <a:extLst>
              <a:ext uri="{FF2B5EF4-FFF2-40B4-BE49-F238E27FC236}">
                <a16:creationId xmlns:a16="http://schemas.microsoft.com/office/drawing/2014/main" id="{88148555-A510-63C4-BBA3-B02114AD483E}"/>
              </a:ext>
            </a:extLst>
          </p:cNvPr>
          <p:cNvSpPr/>
          <p:nvPr/>
        </p:nvSpPr>
        <p:spPr>
          <a:xfrm>
            <a:off x="6963705" y="4312523"/>
            <a:ext cx="4847295" cy="2311813"/>
          </a:xfrm>
          <a:prstGeom prst="rect">
            <a:avLst/>
          </a:prstGeom>
          <a:noFill/>
          <a:ln/>
        </p:spPr>
        <p:txBody>
          <a:bodyPr wrap="square" lIns="0" tIns="0" rIns="0" bIns="0" rtlCol="0" anchor="t"/>
          <a:lstStyle/>
          <a:p>
            <a:pPr algn="just">
              <a:lnSpc>
                <a:spcPct val="150000"/>
              </a:lnSpc>
              <a:buSzPct val="100000"/>
            </a:pPr>
            <a:r>
              <a:rPr lang="en-US" dirty="0">
                <a:solidFill>
                  <a:srgbClr val="000000"/>
                </a:solidFill>
                <a:latin typeface="Times New Roman" panose="02020603050405020304" pitchFamily="18" charset="0"/>
                <a:ea typeface="Nobile" pitchFamily="34" charset="-122"/>
                <a:cs typeface="Times New Roman" panose="02020603050405020304" pitchFamily="18" charset="0"/>
              </a:rPr>
              <a:t>✅</a:t>
            </a:r>
            <a:r>
              <a:rPr lang="en-US" dirty="0">
                <a:solidFill>
                  <a:srgbClr val="404155"/>
                </a:solidFill>
                <a:latin typeface="Times New Roman" panose="02020603050405020304" pitchFamily="18" charset="0"/>
                <a:ea typeface="Nobile" pitchFamily="34" charset="-122"/>
                <a:cs typeface="Times New Roman" panose="02020603050405020304" pitchFamily="18" charset="0"/>
              </a:rPr>
              <a:t> Hệ thống hóa kiến thức phát triển ứng dụng mobile cross-platform</a:t>
            </a:r>
            <a:endParaRPr lang="en-US" dirty="0">
              <a:latin typeface="Times New Roman" panose="02020603050405020304" pitchFamily="18" charset="0"/>
              <a:cs typeface="Times New Roman" panose="02020603050405020304" pitchFamily="18" charset="0"/>
            </a:endParaRPr>
          </a:p>
          <a:p>
            <a:pPr algn="just">
              <a:lnSpc>
                <a:spcPct val="150000"/>
              </a:lnSpc>
              <a:buSzPct val="100000"/>
            </a:pPr>
            <a:r>
              <a:rPr lang="en-US" dirty="0">
                <a:solidFill>
                  <a:srgbClr val="000000"/>
                </a:solidFill>
                <a:latin typeface="Times New Roman" panose="02020603050405020304" pitchFamily="18" charset="0"/>
                <a:ea typeface="Nobile" pitchFamily="34" charset="-122"/>
                <a:cs typeface="Times New Roman" panose="02020603050405020304" pitchFamily="18" charset="0"/>
              </a:rPr>
              <a:t>✅</a:t>
            </a:r>
            <a:r>
              <a:rPr lang="en-US" dirty="0">
                <a:solidFill>
                  <a:srgbClr val="404155"/>
                </a:solidFill>
                <a:latin typeface="Times New Roman" panose="02020603050405020304" pitchFamily="18" charset="0"/>
                <a:ea typeface="Nobile" pitchFamily="34" charset="-122"/>
                <a:cs typeface="Times New Roman" panose="02020603050405020304" pitchFamily="18" charset="0"/>
              </a:rPr>
              <a:t> Vận dụng phân tích thiết kế hướng đối tượng (OOAD)</a:t>
            </a:r>
            <a:endParaRPr lang="en-US" dirty="0">
              <a:latin typeface="Times New Roman" panose="02020603050405020304" pitchFamily="18" charset="0"/>
              <a:cs typeface="Times New Roman" panose="02020603050405020304" pitchFamily="18" charset="0"/>
            </a:endParaRPr>
          </a:p>
          <a:p>
            <a:pPr algn="just">
              <a:lnSpc>
                <a:spcPct val="150000"/>
              </a:lnSpc>
              <a:buSzPct val="100000"/>
            </a:pPr>
            <a:r>
              <a:rPr lang="en-US" dirty="0">
                <a:solidFill>
                  <a:srgbClr val="000000"/>
                </a:solidFill>
                <a:latin typeface="Times New Roman" panose="02020603050405020304" pitchFamily="18" charset="0"/>
                <a:ea typeface="Nobile" pitchFamily="34" charset="-122"/>
                <a:cs typeface="Times New Roman" panose="02020603050405020304" pitchFamily="18" charset="0"/>
              </a:rPr>
              <a:t>✅</a:t>
            </a:r>
            <a:r>
              <a:rPr lang="en-US" dirty="0">
                <a:solidFill>
                  <a:srgbClr val="404155"/>
                </a:solidFill>
                <a:latin typeface="Times New Roman" panose="02020603050405020304" pitchFamily="18" charset="0"/>
                <a:ea typeface="Nobile" pitchFamily="34" charset="-122"/>
                <a:cs typeface="Times New Roman" panose="02020603050405020304" pitchFamily="18" charset="0"/>
              </a:rPr>
              <a:t> Áp dụng kiến trúc Client-Server 3 tầng</a:t>
            </a:r>
            <a:endParaRPr lang="en-US" dirty="0">
              <a:latin typeface="Times New Roman" panose="02020603050405020304" pitchFamily="18" charset="0"/>
              <a:cs typeface="Times New Roman" panose="02020603050405020304" pitchFamily="18" charset="0"/>
            </a:endParaRPr>
          </a:p>
          <a:p>
            <a:pPr algn="just">
              <a:lnSpc>
                <a:spcPct val="150000"/>
              </a:lnSpc>
              <a:buSzPct val="100000"/>
            </a:pPr>
            <a:r>
              <a:rPr lang="en-US" dirty="0">
                <a:solidFill>
                  <a:srgbClr val="000000"/>
                </a:solidFill>
                <a:latin typeface="Times New Roman" panose="02020603050405020304" pitchFamily="18" charset="0"/>
                <a:ea typeface="Nobile" pitchFamily="34" charset="-122"/>
                <a:cs typeface="Times New Roman" panose="02020603050405020304" pitchFamily="18" charset="0"/>
              </a:rPr>
              <a:t>✅</a:t>
            </a:r>
            <a:r>
              <a:rPr lang="en-US" dirty="0">
                <a:solidFill>
                  <a:srgbClr val="404155"/>
                </a:solidFill>
                <a:latin typeface="Times New Roman" panose="02020603050405020304" pitchFamily="18" charset="0"/>
                <a:ea typeface="Nobile" pitchFamily="34" charset="-122"/>
                <a:cs typeface="Times New Roman" panose="02020603050405020304" pitchFamily="18" charset="0"/>
              </a:rPr>
              <a:t> Áp dụng mô hình phát triển lặp và tăng dần</a:t>
            </a:r>
            <a:endParaRPr lang="en-US" dirty="0">
              <a:latin typeface="Times New Roman" panose="02020603050405020304" pitchFamily="18" charset="0"/>
              <a:cs typeface="Times New Roman" panose="02020603050405020304" pitchFamily="18" charset="0"/>
            </a:endParaRPr>
          </a:p>
        </p:txBody>
      </p:sp>
      <p:pic>
        <p:nvPicPr>
          <p:cNvPr id="33" name="Image 2" descr="preencoded.png">
            <a:extLst>
              <a:ext uri="{FF2B5EF4-FFF2-40B4-BE49-F238E27FC236}">
                <a16:creationId xmlns:a16="http://schemas.microsoft.com/office/drawing/2014/main" id="{BE403B46-8AE0-4EF2-39A6-79036499959F}"/>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2458774" y="3277754"/>
            <a:ext cx="495226" cy="495226"/>
          </a:xfrm>
          <a:prstGeom prst="rect">
            <a:avLst/>
          </a:prstGeom>
        </p:spPr>
      </p:pic>
      <p:sp>
        <p:nvSpPr>
          <p:cNvPr id="34" name="Text 5">
            <a:extLst>
              <a:ext uri="{FF2B5EF4-FFF2-40B4-BE49-F238E27FC236}">
                <a16:creationId xmlns:a16="http://schemas.microsoft.com/office/drawing/2014/main" id="{B0C396D9-5897-3710-B7E3-774195F4A035}"/>
              </a:ext>
            </a:extLst>
          </p:cNvPr>
          <p:cNvSpPr/>
          <p:nvPr/>
        </p:nvSpPr>
        <p:spPr>
          <a:xfrm>
            <a:off x="12424907" y="4062600"/>
            <a:ext cx="1550566" cy="258013"/>
          </a:xfrm>
          <a:prstGeom prst="rect">
            <a:avLst/>
          </a:prstGeom>
          <a:noFill/>
          <a:ln/>
        </p:spPr>
        <p:txBody>
          <a:bodyPr wrap="none" lIns="0" tIns="0" rIns="0" bIns="0" rtlCol="0" anchor="t"/>
          <a:lstStyle/>
          <a:p>
            <a:pPr marL="0" indent="0" algn="l">
              <a:lnSpc>
                <a:spcPts val="1500"/>
              </a:lnSpc>
              <a:buNone/>
            </a:pPr>
            <a:r>
              <a:rPr lang="en-US" sz="2800" dirty="0">
                <a:solidFill>
                  <a:srgbClr val="404155"/>
                </a:solidFill>
                <a:latin typeface="Times New Roman" panose="02020603050405020304" pitchFamily="18" charset="0"/>
                <a:ea typeface="Alexandria" pitchFamily="34" charset="-122"/>
                <a:cs typeface="Times New Roman" panose="02020603050405020304" pitchFamily="18" charset="0"/>
              </a:rPr>
              <a:t>Hạn chế còn tồn tại</a:t>
            </a:r>
            <a:endParaRPr lang="en-US" sz="2800" dirty="0">
              <a:latin typeface="Times New Roman" panose="02020603050405020304" pitchFamily="18" charset="0"/>
              <a:cs typeface="Times New Roman" panose="02020603050405020304" pitchFamily="18" charset="0"/>
            </a:endParaRPr>
          </a:p>
        </p:txBody>
      </p:sp>
      <p:sp>
        <p:nvSpPr>
          <p:cNvPr id="35" name="Text 6">
            <a:extLst>
              <a:ext uri="{FF2B5EF4-FFF2-40B4-BE49-F238E27FC236}">
                <a16:creationId xmlns:a16="http://schemas.microsoft.com/office/drawing/2014/main" id="{43101A5F-93AD-BB52-9848-D91291191E38}"/>
              </a:ext>
            </a:extLst>
          </p:cNvPr>
          <p:cNvSpPr/>
          <p:nvPr/>
        </p:nvSpPr>
        <p:spPr>
          <a:xfrm>
            <a:off x="12386881" y="4380919"/>
            <a:ext cx="5291519" cy="1829381"/>
          </a:xfrm>
          <a:prstGeom prst="rect">
            <a:avLst/>
          </a:prstGeom>
          <a:noFill/>
          <a:ln/>
        </p:spPr>
        <p:txBody>
          <a:bodyPr wrap="square" lIns="0" tIns="0" rIns="0" bIns="0" rtlCol="0" anchor="t"/>
          <a:lstStyle/>
          <a:p>
            <a:pPr algn="l">
              <a:lnSpc>
                <a:spcPct val="150000"/>
              </a:lnSpc>
              <a:buSzPct val="100000"/>
            </a:pPr>
            <a:r>
              <a:rPr lang="en-US" dirty="0">
                <a:solidFill>
                  <a:srgbClr val="000000"/>
                </a:solidFill>
                <a:latin typeface="Times New Roman" panose="02020603050405020304" pitchFamily="18" charset="0"/>
                <a:ea typeface="Nobile" pitchFamily="34" charset="-122"/>
                <a:cs typeface="Times New Roman" panose="02020603050405020304" pitchFamily="18" charset="0"/>
              </a:rPr>
              <a:t>⚠️</a:t>
            </a:r>
            <a:r>
              <a:rPr lang="en-US" dirty="0">
                <a:solidFill>
                  <a:srgbClr val="404155"/>
                </a:solidFill>
                <a:latin typeface="Times New Roman" panose="02020603050405020304" pitchFamily="18" charset="0"/>
                <a:ea typeface="Nobile" pitchFamily="34" charset="-122"/>
                <a:cs typeface="Times New Roman" panose="02020603050405020304" pitchFamily="18" charset="0"/>
              </a:rPr>
              <a:t> Chưa tích hợp cổng thanh toán </a:t>
            </a:r>
            <a:r>
              <a:rPr lang="en-US" dirty="0" err="1">
                <a:solidFill>
                  <a:srgbClr val="404155"/>
                </a:solidFill>
                <a:latin typeface="Times New Roman" panose="02020603050405020304" pitchFamily="18" charset="0"/>
                <a:ea typeface="Nobile" pitchFamily="34" charset="-122"/>
                <a:cs typeface="Times New Roman" panose="02020603050405020304" pitchFamily="18" charset="0"/>
              </a:rPr>
              <a:t>trực</a:t>
            </a:r>
            <a:r>
              <a:rPr lang="en-US" dirty="0">
                <a:solidFill>
                  <a:srgbClr val="404155"/>
                </a:solidFill>
                <a:latin typeface="Times New Roman" panose="02020603050405020304" pitchFamily="18" charset="0"/>
                <a:ea typeface="Nobile" pitchFamily="34" charset="-122"/>
                <a:cs typeface="Times New Roman" panose="02020603050405020304" pitchFamily="18" charset="0"/>
              </a:rPr>
              <a:t> </a:t>
            </a:r>
            <a:r>
              <a:rPr lang="en-US" dirty="0" err="1">
                <a:solidFill>
                  <a:srgbClr val="404155"/>
                </a:solidFill>
                <a:latin typeface="Times New Roman" panose="02020603050405020304" pitchFamily="18" charset="0"/>
                <a:ea typeface="Nobile" pitchFamily="34" charset="-122"/>
                <a:cs typeface="Times New Roman" panose="02020603050405020304" pitchFamily="18" charset="0"/>
              </a:rPr>
              <a:t>tuyến</a:t>
            </a:r>
            <a:endParaRPr lang="en-US" dirty="0">
              <a:latin typeface="Times New Roman" panose="02020603050405020304" pitchFamily="18" charset="0"/>
              <a:cs typeface="Times New Roman" panose="02020603050405020304" pitchFamily="18" charset="0"/>
            </a:endParaRPr>
          </a:p>
          <a:p>
            <a:pPr algn="l">
              <a:lnSpc>
                <a:spcPct val="150000"/>
              </a:lnSpc>
              <a:buSzPct val="100000"/>
            </a:pPr>
            <a:r>
              <a:rPr lang="en-US" dirty="0">
                <a:solidFill>
                  <a:srgbClr val="000000"/>
                </a:solidFill>
                <a:latin typeface="Times New Roman" panose="02020603050405020304" pitchFamily="18" charset="0"/>
                <a:ea typeface="Nobile" pitchFamily="34" charset="-122"/>
                <a:cs typeface="Times New Roman" panose="02020603050405020304" pitchFamily="18" charset="0"/>
              </a:rPr>
              <a:t>⚠️</a:t>
            </a:r>
            <a:r>
              <a:rPr lang="en-US" dirty="0">
                <a:solidFill>
                  <a:srgbClr val="404155"/>
                </a:solidFill>
                <a:latin typeface="Times New Roman" panose="02020603050405020304" pitchFamily="18" charset="0"/>
                <a:ea typeface="Nobile" pitchFamily="34" charset="-122"/>
                <a:cs typeface="Times New Roman" panose="02020603050405020304" pitchFamily="18" charset="0"/>
              </a:rPr>
              <a:t> Chưa có tính năng chat giữa khách hàng – tài xế</a:t>
            </a:r>
            <a:endParaRPr lang="en-US" dirty="0">
              <a:latin typeface="Times New Roman" panose="02020603050405020304" pitchFamily="18" charset="0"/>
              <a:cs typeface="Times New Roman" panose="02020603050405020304" pitchFamily="18" charset="0"/>
            </a:endParaRPr>
          </a:p>
          <a:p>
            <a:pPr algn="l">
              <a:lnSpc>
                <a:spcPct val="150000"/>
              </a:lnSpc>
              <a:buSzPct val="100000"/>
            </a:pPr>
            <a:r>
              <a:rPr lang="en-US" dirty="0">
                <a:solidFill>
                  <a:srgbClr val="000000"/>
                </a:solidFill>
                <a:latin typeface="Times New Roman" panose="02020603050405020304" pitchFamily="18" charset="0"/>
                <a:ea typeface="Nobile" pitchFamily="34" charset="-122"/>
                <a:cs typeface="Times New Roman" panose="02020603050405020304" pitchFamily="18" charset="0"/>
              </a:rPr>
              <a:t>⚠️</a:t>
            </a:r>
            <a:r>
              <a:rPr lang="en-US" dirty="0">
                <a:solidFill>
                  <a:srgbClr val="404155"/>
                </a:solidFill>
                <a:latin typeface="Times New Roman" panose="02020603050405020304" pitchFamily="18" charset="0"/>
                <a:ea typeface="Nobile" pitchFamily="34" charset="-122"/>
                <a:cs typeface="Times New Roman" panose="02020603050405020304" pitchFamily="18" charset="0"/>
              </a:rPr>
              <a:t> Chưa triển khai push notification</a:t>
            </a:r>
            <a:endParaRPr lang="en-US" dirty="0">
              <a:latin typeface="Times New Roman" panose="02020603050405020304" pitchFamily="18" charset="0"/>
              <a:cs typeface="Times New Roman" panose="02020603050405020304" pitchFamily="18" charset="0"/>
            </a:endParaRPr>
          </a:p>
          <a:p>
            <a:pPr algn="l">
              <a:lnSpc>
                <a:spcPct val="150000"/>
              </a:lnSpc>
              <a:buSzPct val="100000"/>
            </a:pPr>
            <a:r>
              <a:rPr lang="en-US" dirty="0">
                <a:solidFill>
                  <a:srgbClr val="000000"/>
                </a:solidFill>
                <a:latin typeface="Times New Roman" panose="02020603050405020304" pitchFamily="18" charset="0"/>
                <a:ea typeface="Nobile" pitchFamily="34" charset="-122"/>
                <a:cs typeface="Times New Roman" panose="02020603050405020304" pitchFamily="18" charset="0"/>
              </a:rPr>
              <a:t>⚠️</a:t>
            </a:r>
            <a:r>
              <a:rPr lang="en-US" dirty="0">
                <a:solidFill>
                  <a:srgbClr val="404155"/>
                </a:solidFill>
                <a:latin typeface="Times New Roman" panose="02020603050405020304" pitchFamily="18" charset="0"/>
                <a:ea typeface="Nobile" pitchFamily="34" charset="-122"/>
                <a:cs typeface="Times New Roman" panose="02020603050405020304" pitchFamily="18" charset="0"/>
              </a:rPr>
              <a:t> Chưa hỗ trợ đa ngôn </a:t>
            </a:r>
            <a:r>
              <a:rPr lang="en-US" dirty="0" err="1">
                <a:solidFill>
                  <a:srgbClr val="404155"/>
                </a:solidFill>
                <a:latin typeface="Times New Roman" panose="02020603050405020304" pitchFamily="18" charset="0"/>
                <a:ea typeface="Nobile" pitchFamily="34" charset="-122"/>
                <a:cs typeface="Times New Roman" panose="02020603050405020304" pitchFamily="18" charset="0"/>
              </a:rPr>
              <a:t>ngữ</a:t>
            </a:r>
            <a:r>
              <a:rPr lang="en-US" dirty="0">
                <a:solidFill>
                  <a:srgbClr val="404155"/>
                </a:solidFill>
                <a:latin typeface="Times New Roman" panose="02020603050405020304" pitchFamily="18" charset="0"/>
                <a:ea typeface="Nobile" pitchFamily="34" charset="-122"/>
                <a:cs typeface="Times New Roman" panose="02020603050405020304" pitchFamily="18" charset="0"/>
              </a:rPr>
              <a:t> </a:t>
            </a:r>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77857879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28865"/>
            <a:ext cx="18288000" cy="10314722"/>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a:stretch>
          </a:blipFill>
          <a:ln>
            <a:solidFill>
              <a:srgbClr val="002060"/>
            </a:solidFill>
          </a:ln>
        </p:spPr>
        <p:txBody>
          <a:bodyPr/>
          <a:lstStyle/>
          <a:p>
            <a:endParaRPr lang="vi-VN" sz="2800" b="1" dirty="0">
              <a:solidFill>
                <a:schemeClr val="accent6">
                  <a:lumMod val="75000"/>
                </a:schemeClr>
              </a:solidFill>
            </a:endParaRPr>
          </a:p>
        </p:txBody>
      </p:sp>
      <p:sp>
        <p:nvSpPr>
          <p:cNvPr id="8" name="TextBox 7">
            <a:extLst>
              <a:ext uri="{FF2B5EF4-FFF2-40B4-BE49-F238E27FC236}">
                <a16:creationId xmlns:a16="http://schemas.microsoft.com/office/drawing/2014/main" id="{F1F52E1F-5F71-DF59-F565-B846A8A8F86A}"/>
              </a:ext>
            </a:extLst>
          </p:cNvPr>
          <p:cNvSpPr txBox="1"/>
          <p:nvPr/>
        </p:nvSpPr>
        <p:spPr>
          <a:xfrm>
            <a:off x="2184630" y="1575357"/>
            <a:ext cx="9754751" cy="1196225"/>
          </a:xfrm>
          <a:prstGeom prst="rect">
            <a:avLst/>
          </a:prstGeom>
        </p:spPr>
        <p:txBody>
          <a:bodyPr wrap="square" lIns="0" tIns="0" rIns="0" bIns="0" rtlCol="0" anchor="t">
            <a:spAutoFit/>
          </a:bodyPr>
          <a:lstStyle/>
          <a:p>
            <a:pPr algn="l">
              <a:lnSpc>
                <a:spcPts val="10800"/>
              </a:lnSpc>
            </a:pPr>
            <a:r>
              <a:rPr lang="en-US" sz="5400" b="1" dirty="0" err="1">
                <a:solidFill>
                  <a:srgbClr val="16458C"/>
                </a:solidFill>
                <a:latin typeface="Times New Roman" panose="02020603050405020304" pitchFamily="18" charset="0"/>
                <a:ea typeface="Cambria" panose="02040503050406030204" pitchFamily="18" charset="0"/>
                <a:cs typeface="Times New Roman" panose="02020603050405020304" pitchFamily="18" charset="0"/>
                <a:sym typeface="Cambria"/>
              </a:rPr>
              <a:t>Hướng</a:t>
            </a:r>
            <a:r>
              <a:rPr lang="en-US" sz="5400" b="1" dirty="0">
                <a:solidFill>
                  <a:srgbClr val="16458C"/>
                </a:solidFill>
                <a:latin typeface="Times New Roman" panose="02020603050405020304" pitchFamily="18" charset="0"/>
                <a:ea typeface="Cambria" panose="02040503050406030204" pitchFamily="18" charset="0"/>
                <a:cs typeface="Times New Roman" panose="02020603050405020304" pitchFamily="18" charset="0"/>
                <a:sym typeface="Cambria"/>
              </a:rPr>
              <a:t> </a:t>
            </a:r>
            <a:r>
              <a:rPr lang="en-US" sz="5400" b="1" dirty="0" err="1">
                <a:solidFill>
                  <a:srgbClr val="16458C"/>
                </a:solidFill>
                <a:latin typeface="Times New Roman" panose="02020603050405020304" pitchFamily="18" charset="0"/>
                <a:ea typeface="Cambria" panose="02040503050406030204" pitchFamily="18" charset="0"/>
                <a:cs typeface="Times New Roman" panose="02020603050405020304" pitchFamily="18" charset="0"/>
                <a:sym typeface="Cambria"/>
              </a:rPr>
              <a:t>phát</a:t>
            </a:r>
            <a:r>
              <a:rPr lang="en-US" sz="5400" b="1" dirty="0">
                <a:solidFill>
                  <a:srgbClr val="16458C"/>
                </a:solidFill>
                <a:latin typeface="Times New Roman" panose="02020603050405020304" pitchFamily="18" charset="0"/>
                <a:ea typeface="Cambria" panose="02040503050406030204" pitchFamily="18" charset="0"/>
                <a:cs typeface="Times New Roman" panose="02020603050405020304" pitchFamily="18" charset="0"/>
                <a:sym typeface="Cambria"/>
              </a:rPr>
              <a:t> </a:t>
            </a:r>
            <a:r>
              <a:rPr lang="en-US" sz="5400" b="1" dirty="0" err="1">
                <a:solidFill>
                  <a:srgbClr val="16458C"/>
                </a:solidFill>
                <a:latin typeface="Times New Roman" panose="02020603050405020304" pitchFamily="18" charset="0"/>
                <a:ea typeface="Cambria" panose="02040503050406030204" pitchFamily="18" charset="0"/>
                <a:cs typeface="Times New Roman" panose="02020603050405020304" pitchFamily="18" charset="0"/>
                <a:sym typeface="Cambria"/>
              </a:rPr>
              <a:t>triển</a:t>
            </a:r>
            <a:r>
              <a:rPr lang="en-US" sz="5400" b="1" dirty="0">
                <a:solidFill>
                  <a:srgbClr val="16458C"/>
                </a:solidFill>
                <a:latin typeface="Times New Roman" panose="02020603050405020304" pitchFamily="18" charset="0"/>
                <a:ea typeface="Cambria" panose="02040503050406030204" pitchFamily="18" charset="0"/>
                <a:cs typeface="Times New Roman" panose="02020603050405020304" pitchFamily="18" charset="0"/>
                <a:sym typeface="Cambria"/>
              </a:rPr>
              <a:t> </a:t>
            </a:r>
          </a:p>
        </p:txBody>
      </p:sp>
      <p:sp>
        <p:nvSpPr>
          <p:cNvPr id="10" name="Google Shape;908;p74">
            <a:extLst>
              <a:ext uri="{FF2B5EF4-FFF2-40B4-BE49-F238E27FC236}">
                <a16:creationId xmlns:a16="http://schemas.microsoft.com/office/drawing/2014/main" id="{BAB55234-4327-0C8D-B238-4F5BD07E4991}"/>
              </a:ext>
            </a:extLst>
          </p:cNvPr>
          <p:cNvSpPr txBox="1"/>
          <p:nvPr/>
        </p:nvSpPr>
        <p:spPr>
          <a:xfrm>
            <a:off x="1932449" y="3720587"/>
            <a:ext cx="1412100" cy="4848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endParaRPr sz="2800" b="1" dirty="0">
              <a:solidFill>
                <a:schemeClr val="accent6">
                  <a:lumMod val="75000"/>
                </a:schemeClr>
              </a:solidFill>
              <a:latin typeface="Cambria" panose="02040503050406030204" pitchFamily="18" charset="0"/>
              <a:ea typeface="Cambria" panose="02040503050406030204" pitchFamily="18" charset="0"/>
              <a:cs typeface="Abril Fatface" panose="02000503000000020003"/>
              <a:sym typeface="Abril Fatface" panose="02000503000000020003"/>
            </a:endParaRPr>
          </a:p>
        </p:txBody>
      </p:sp>
      <p:sp>
        <p:nvSpPr>
          <p:cNvPr id="11" name="Google Shape;909;p74">
            <a:extLst>
              <a:ext uri="{FF2B5EF4-FFF2-40B4-BE49-F238E27FC236}">
                <a16:creationId xmlns:a16="http://schemas.microsoft.com/office/drawing/2014/main" id="{81547030-8015-5D15-8227-3BC9C7A7CD96}"/>
              </a:ext>
            </a:extLst>
          </p:cNvPr>
          <p:cNvSpPr txBox="1"/>
          <p:nvPr/>
        </p:nvSpPr>
        <p:spPr>
          <a:xfrm>
            <a:off x="1410473" y="6049239"/>
            <a:ext cx="3953394" cy="2716845"/>
          </a:xfrm>
          <a:prstGeom prst="rect">
            <a:avLst/>
          </a:prstGeom>
          <a:noFill/>
          <a:ln>
            <a:noFill/>
          </a:ln>
        </p:spPr>
        <p:txBody>
          <a:bodyPr spcFirstLastPara="1" wrap="square" lIns="0" tIns="0" rIns="0" bIns="0" anchor="ctr" anchorCtr="0">
            <a:noAutofit/>
          </a:bodyPr>
          <a:lstStyle/>
          <a:p>
            <a:pPr algn="l">
              <a:lnSpc>
                <a:spcPct val="150000"/>
              </a:lnSpc>
              <a:buSzPct val="100000"/>
            </a:pPr>
            <a:r>
              <a:rPr lang="en-US" sz="2400" dirty="0">
                <a:solidFill>
                  <a:srgbClr val="000000"/>
                </a:solidFill>
                <a:latin typeface="Cambria" panose="02040503050406030204" pitchFamily="18" charset="0"/>
                <a:ea typeface="Cambria" panose="02040503050406030204" pitchFamily="18" charset="0"/>
                <a:cs typeface="Nobile" pitchFamily="34" charset="-120"/>
              </a:rPr>
              <a:t>💳</a:t>
            </a:r>
            <a:r>
              <a:rPr lang="en-US" sz="2400" dirty="0">
                <a:solidFill>
                  <a:srgbClr val="404155"/>
                </a:solidFill>
                <a:latin typeface="Cambria" panose="02040503050406030204" pitchFamily="18" charset="0"/>
                <a:ea typeface="Cambria" panose="02040503050406030204" pitchFamily="18" charset="0"/>
                <a:cs typeface="Nobile" pitchFamily="34" charset="-120"/>
              </a:rPr>
              <a:t> Thanh </a:t>
            </a:r>
            <a:r>
              <a:rPr lang="en-US" sz="2400" dirty="0" err="1">
                <a:solidFill>
                  <a:srgbClr val="404155"/>
                </a:solidFill>
                <a:latin typeface="Cambria" panose="02040503050406030204" pitchFamily="18" charset="0"/>
                <a:ea typeface="Cambria" panose="02040503050406030204" pitchFamily="18" charset="0"/>
                <a:cs typeface="Nobile" pitchFamily="34" charset="-120"/>
              </a:rPr>
              <a:t>toán</a:t>
            </a:r>
            <a:r>
              <a:rPr lang="en-US" sz="2400" dirty="0">
                <a:solidFill>
                  <a:srgbClr val="404155"/>
                </a:solidFill>
                <a:latin typeface="Cambria" panose="02040503050406030204" pitchFamily="18" charset="0"/>
                <a:ea typeface="Cambria" panose="02040503050406030204" pitchFamily="18" charset="0"/>
                <a:cs typeface="Nobile" pitchFamily="34" charset="-120"/>
              </a:rPr>
              <a:t> online (</a:t>
            </a:r>
            <a:r>
              <a:rPr lang="en-US" sz="2400" dirty="0" err="1">
                <a:solidFill>
                  <a:srgbClr val="404155"/>
                </a:solidFill>
                <a:latin typeface="Cambria" panose="02040503050406030204" pitchFamily="18" charset="0"/>
                <a:ea typeface="Cambria" panose="02040503050406030204" pitchFamily="18" charset="0"/>
                <a:cs typeface="Nobile" pitchFamily="34" charset="-120"/>
              </a:rPr>
              <a:t>VNPay</a:t>
            </a:r>
            <a:r>
              <a:rPr lang="en-US" sz="2400" dirty="0">
                <a:solidFill>
                  <a:srgbClr val="404155"/>
                </a:solidFill>
                <a:latin typeface="Cambria" panose="02040503050406030204" pitchFamily="18" charset="0"/>
                <a:ea typeface="Cambria" panose="02040503050406030204" pitchFamily="18" charset="0"/>
                <a:cs typeface="Nobile" pitchFamily="34" charset="-120"/>
              </a:rPr>
              <a:t>, </a:t>
            </a:r>
            <a:r>
              <a:rPr lang="en-US" sz="2400" dirty="0" err="1">
                <a:solidFill>
                  <a:srgbClr val="404155"/>
                </a:solidFill>
                <a:latin typeface="Cambria" panose="02040503050406030204" pitchFamily="18" charset="0"/>
                <a:ea typeface="Cambria" panose="02040503050406030204" pitchFamily="18" charset="0"/>
                <a:cs typeface="Nobile" pitchFamily="34" charset="-120"/>
              </a:rPr>
              <a:t>MoMo</a:t>
            </a:r>
            <a:r>
              <a:rPr lang="en-US" sz="2400" dirty="0">
                <a:solidFill>
                  <a:srgbClr val="404155"/>
                </a:solidFill>
                <a:latin typeface="Cambria" panose="02040503050406030204" pitchFamily="18" charset="0"/>
                <a:ea typeface="Cambria" panose="02040503050406030204" pitchFamily="18" charset="0"/>
                <a:cs typeface="Nobile" pitchFamily="34" charset="-120"/>
              </a:rPr>
              <a:t>, </a:t>
            </a:r>
            <a:r>
              <a:rPr lang="en-US" sz="2400" dirty="0" err="1">
                <a:solidFill>
                  <a:srgbClr val="404155"/>
                </a:solidFill>
                <a:latin typeface="Cambria" panose="02040503050406030204" pitchFamily="18" charset="0"/>
                <a:ea typeface="Cambria" panose="02040503050406030204" pitchFamily="18" charset="0"/>
                <a:cs typeface="Nobile" pitchFamily="34" charset="-120"/>
              </a:rPr>
              <a:t>ZaloPay</a:t>
            </a:r>
            <a:r>
              <a:rPr lang="en-US" sz="2400" dirty="0">
                <a:solidFill>
                  <a:srgbClr val="404155"/>
                </a:solidFill>
                <a:latin typeface="Cambria" panose="02040503050406030204" pitchFamily="18" charset="0"/>
                <a:ea typeface="Cambria" panose="02040503050406030204" pitchFamily="18" charset="0"/>
                <a:cs typeface="Nobile" pitchFamily="34" charset="-120"/>
              </a:rPr>
              <a:t>)</a:t>
            </a:r>
            <a:endParaRPr lang="en-US" sz="2400" dirty="0">
              <a:latin typeface="Cambria" panose="02040503050406030204" pitchFamily="18" charset="0"/>
              <a:ea typeface="Cambria" panose="02040503050406030204" pitchFamily="18" charset="0"/>
            </a:endParaRPr>
          </a:p>
          <a:p>
            <a:pPr algn="l">
              <a:lnSpc>
                <a:spcPct val="150000"/>
              </a:lnSpc>
              <a:buSzPct val="100000"/>
            </a:pPr>
            <a:r>
              <a:rPr lang="en-US" sz="2400" dirty="0">
                <a:solidFill>
                  <a:srgbClr val="000000"/>
                </a:solidFill>
                <a:latin typeface="Cambria" panose="02040503050406030204" pitchFamily="18" charset="0"/>
                <a:ea typeface="Cambria" panose="02040503050406030204" pitchFamily="18" charset="0"/>
                <a:cs typeface="Nobile" pitchFamily="34" charset="-120"/>
              </a:rPr>
              <a:t>💬</a:t>
            </a:r>
            <a:r>
              <a:rPr lang="en-US" sz="2400" dirty="0">
                <a:solidFill>
                  <a:srgbClr val="404155"/>
                </a:solidFill>
                <a:latin typeface="Cambria" panose="02040503050406030204" pitchFamily="18" charset="0"/>
                <a:ea typeface="Cambria" panose="02040503050406030204" pitchFamily="18" charset="0"/>
                <a:cs typeface="Nobile" pitchFamily="34" charset="-120"/>
              </a:rPr>
              <a:t> Chat </a:t>
            </a:r>
            <a:r>
              <a:rPr lang="en-US" sz="2400" dirty="0" err="1">
                <a:solidFill>
                  <a:srgbClr val="404155"/>
                </a:solidFill>
                <a:latin typeface="Cambria" panose="02040503050406030204" pitchFamily="18" charset="0"/>
                <a:ea typeface="Cambria" panose="02040503050406030204" pitchFamily="18" charset="0"/>
                <a:cs typeface="Nobile" pitchFamily="34" charset="-120"/>
              </a:rPr>
              <a:t>realtime</a:t>
            </a:r>
            <a:endParaRPr lang="en-US" sz="2400" dirty="0">
              <a:latin typeface="Cambria" panose="02040503050406030204" pitchFamily="18" charset="0"/>
              <a:ea typeface="Cambria" panose="02040503050406030204" pitchFamily="18" charset="0"/>
            </a:endParaRPr>
          </a:p>
          <a:p>
            <a:pPr algn="l">
              <a:lnSpc>
                <a:spcPct val="150000"/>
              </a:lnSpc>
              <a:buSzPct val="100000"/>
            </a:pPr>
            <a:r>
              <a:rPr lang="en-US" sz="2400" dirty="0">
                <a:solidFill>
                  <a:srgbClr val="000000"/>
                </a:solidFill>
                <a:latin typeface="Cambria" panose="02040503050406030204" pitchFamily="18" charset="0"/>
                <a:ea typeface="Cambria" panose="02040503050406030204" pitchFamily="18" charset="0"/>
                <a:cs typeface="Nobile" pitchFamily="34" charset="-120"/>
              </a:rPr>
              <a:t>🔔</a:t>
            </a:r>
            <a:r>
              <a:rPr lang="en-US" sz="2400" dirty="0">
                <a:solidFill>
                  <a:srgbClr val="404155"/>
                </a:solidFill>
                <a:latin typeface="Cambria" panose="02040503050406030204" pitchFamily="18" charset="0"/>
                <a:ea typeface="Cambria" panose="02040503050406030204" pitchFamily="18" charset="0"/>
                <a:cs typeface="Nobile" pitchFamily="34" charset="-120"/>
              </a:rPr>
              <a:t> Push Notification</a:t>
            </a:r>
            <a:endParaRPr lang="en-US" sz="2400" dirty="0">
              <a:latin typeface="Cambria" panose="02040503050406030204" pitchFamily="18" charset="0"/>
              <a:ea typeface="Cambria" panose="02040503050406030204" pitchFamily="18" charset="0"/>
            </a:endParaRPr>
          </a:p>
        </p:txBody>
      </p:sp>
      <p:sp>
        <p:nvSpPr>
          <p:cNvPr id="12" name="Google Shape;910;p74">
            <a:extLst>
              <a:ext uri="{FF2B5EF4-FFF2-40B4-BE49-F238E27FC236}">
                <a16:creationId xmlns:a16="http://schemas.microsoft.com/office/drawing/2014/main" id="{79B0A1B4-F97B-ADBC-5345-C3E164531927}"/>
              </a:ext>
            </a:extLst>
          </p:cNvPr>
          <p:cNvSpPr/>
          <p:nvPr/>
        </p:nvSpPr>
        <p:spPr>
          <a:xfrm>
            <a:off x="2424279" y="5791903"/>
            <a:ext cx="428440" cy="419534"/>
          </a:xfrm>
          <a:prstGeom prst="ellipse">
            <a:avLst/>
          </a:prstGeom>
          <a:solidFill>
            <a:srgbClr val="92D05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800" dirty="0">
              <a:solidFill>
                <a:schemeClr val="tx2">
                  <a:lumMod val="75000"/>
                </a:schemeClr>
              </a:solidFill>
              <a:highlight>
                <a:srgbClr val="FF0000"/>
              </a:highlight>
              <a:latin typeface="Cambria" panose="02040503050406030204" pitchFamily="18" charset="0"/>
              <a:ea typeface="Cambria" panose="02040503050406030204" pitchFamily="18" charset="0"/>
            </a:endParaRPr>
          </a:p>
        </p:txBody>
      </p:sp>
      <p:sp>
        <p:nvSpPr>
          <p:cNvPr id="17" name="Google Shape;915;p74">
            <a:extLst>
              <a:ext uri="{FF2B5EF4-FFF2-40B4-BE49-F238E27FC236}">
                <a16:creationId xmlns:a16="http://schemas.microsoft.com/office/drawing/2014/main" id="{8EEAC890-8F96-014A-2A5B-5A41337A603E}"/>
              </a:ext>
            </a:extLst>
          </p:cNvPr>
          <p:cNvSpPr txBox="1"/>
          <p:nvPr/>
        </p:nvSpPr>
        <p:spPr>
          <a:xfrm>
            <a:off x="9361419" y="7407661"/>
            <a:ext cx="2464514" cy="920787"/>
          </a:xfrm>
          <a:prstGeom prst="rect">
            <a:avLst/>
          </a:prstGeom>
          <a:noFill/>
          <a:ln>
            <a:noFill/>
          </a:ln>
        </p:spPr>
        <p:txBody>
          <a:bodyPr spcFirstLastPara="1" wrap="square" lIns="0" tIns="0" rIns="0" bIns="0" anchor="ctr" anchorCtr="0">
            <a:noAutofit/>
          </a:bodyPr>
          <a:lstStyle/>
          <a:p>
            <a:pPr algn="ctr"/>
            <a:r>
              <a:rPr lang="en-US" sz="2800" b="1" dirty="0">
                <a:solidFill>
                  <a:schemeClr val="tx2">
                    <a:lumMod val="75000"/>
                  </a:schemeClr>
                </a:solidFill>
                <a:latin typeface="Cambria" panose="02040503050406030204" pitchFamily="18" charset="0"/>
                <a:ea typeface="Cambria" panose="02040503050406030204" pitchFamily="18" charset="0"/>
                <a:cs typeface="Calibri" pitchFamily="34" charset="-120"/>
              </a:rPr>
              <a:t>Trung </a:t>
            </a:r>
            <a:r>
              <a:rPr lang="en-US" sz="2800" b="1" dirty="0" err="1">
                <a:solidFill>
                  <a:schemeClr val="tx2">
                    <a:lumMod val="75000"/>
                  </a:schemeClr>
                </a:solidFill>
                <a:latin typeface="Cambria" panose="02040503050406030204" pitchFamily="18" charset="0"/>
                <a:ea typeface="Cambria" panose="02040503050406030204" pitchFamily="18" charset="0"/>
                <a:cs typeface="Calibri" pitchFamily="34" charset="-120"/>
              </a:rPr>
              <a:t>hạn</a:t>
            </a:r>
            <a:endParaRPr lang="en-US" sz="2800" b="1" dirty="0">
              <a:solidFill>
                <a:schemeClr val="tx2">
                  <a:lumMod val="75000"/>
                </a:schemeClr>
              </a:solidFill>
              <a:latin typeface="Cambria" panose="02040503050406030204" pitchFamily="18" charset="0"/>
              <a:ea typeface="Cambria" panose="02040503050406030204" pitchFamily="18" charset="0"/>
            </a:endParaRPr>
          </a:p>
        </p:txBody>
      </p:sp>
      <p:cxnSp>
        <p:nvCxnSpPr>
          <p:cNvPr id="27" name="Google Shape;926;p74">
            <a:extLst>
              <a:ext uri="{FF2B5EF4-FFF2-40B4-BE49-F238E27FC236}">
                <a16:creationId xmlns:a16="http://schemas.microsoft.com/office/drawing/2014/main" id="{EE75627E-5360-C787-15C6-631DCABFC8A4}"/>
              </a:ext>
            </a:extLst>
          </p:cNvPr>
          <p:cNvCxnSpPr>
            <a:cxnSpLocks/>
          </p:cNvCxnSpPr>
          <p:nvPr/>
        </p:nvCxnSpPr>
        <p:spPr>
          <a:xfrm flipH="1">
            <a:off x="2849459" y="6001670"/>
            <a:ext cx="2170558" cy="0"/>
          </a:xfrm>
          <a:prstGeom prst="straightConnector1">
            <a:avLst/>
          </a:prstGeom>
          <a:noFill/>
          <a:ln w="28575" cap="flat" cmpd="sng">
            <a:solidFill>
              <a:srgbClr val="002060"/>
            </a:solidFill>
            <a:prstDash val="solid"/>
            <a:round/>
            <a:headEnd type="none" w="med" len="med"/>
            <a:tailEnd type="none" w="med" len="med"/>
          </a:ln>
        </p:spPr>
      </p:cxnSp>
      <p:cxnSp>
        <p:nvCxnSpPr>
          <p:cNvPr id="28" name="Google Shape;927;p74">
            <a:extLst>
              <a:ext uri="{FF2B5EF4-FFF2-40B4-BE49-F238E27FC236}">
                <a16:creationId xmlns:a16="http://schemas.microsoft.com/office/drawing/2014/main" id="{4E46D224-14F2-7B7F-A5F2-E527C8408677}"/>
              </a:ext>
            </a:extLst>
          </p:cNvPr>
          <p:cNvCxnSpPr>
            <a:cxnSpLocks/>
          </p:cNvCxnSpPr>
          <p:nvPr/>
        </p:nvCxnSpPr>
        <p:spPr>
          <a:xfrm flipV="1">
            <a:off x="2635239" y="4595678"/>
            <a:ext cx="0" cy="1196225"/>
          </a:xfrm>
          <a:prstGeom prst="straightConnector1">
            <a:avLst/>
          </a:prstGeom>
          <a:noFill/>
          <a:ln w="28575" cap="flat" cmpd="sng">
            <a:solidFill>
              <a:srgbClr val="002060"/>
            </a:solidFill>
            <a:prstDash val="solid"/>
            <a:round/>
            <a:headEnd type="none" w="med" len="med"/>
            <a:tailEnd type="oval" w="med" len="med"/>
          </a:ln>
        </p:spPr>
      </p:cxnSp>
      <p:sp>
        <p:nvSpPr>
          <p:cNvPr id="33" name="Google Shape;914;p74">
            <a:extLst>
              <a:ext uri="{FF2B5EF4-FFF2-40B4-BE49-F238E27FC236}">
                <a16:creationId xmlns:a16="http://schemas.microsoft.com/office/drawing/2014/main" id="{D13194B2-4E0D-09CA-1F80-73C5892C02E8}"/>
              </a:ext>
            </a:extLst>
          </p:cNvPr>
          <p:cNvSpPr txBox="1"/>
          <p:nvPr/>
        </p:nvSpPr>
        <p:spPr>
          <a:xfrm>
            <a:off x="14753362" y="3302214"/>
            <a:ext cx="3023475" cy="1153982"/>
          </a:xfrm>
          <a:prstGeom prst="rect">
            <a:avLst/>
          </a:prstGeom>
          <a:noFill/>
          <a:ln>
            <a:noFill/>
          </a:ln>
        </p:spPr>
        <p:txBody>
          <a:bodyPr spcFirstLastPara="1" wrap="square" lIns="0" tIns="0" rIns="0" bIns="0" anchor="ctr" anchorCtr="0">
            <a:noAutofit/>
          </a:bodyPr>
          <a:lstStyle/>
          <a:p>
            <a:pPr algn="ctr"/>
            <a:r>
              <a:rPr lang="en-US" sz="2800" b="1" dirty="0" err="1">
                <a:solidFill>
                  <a:schemeClr val="tx2">
                    <a:lumMod val="75000"/>
                  </a:schemeClr>
                </a:solidFill>
                <a:latin typeface="Cambria" panose="02040503050406030204" pitchFamily="18" charset="0"/>
                <a:ea typeface="Cambria" panose="02040503050406030204" pitchFamily="18" charset="0"/>
                <a:cs typeface="Calibri" pitchFamily="34" charset="-120"/>
              </a:rPr>
              <a:t>Dài</a:t>
            </a:r>
            <a:r>
              <a:rPr lang="en-US" sz="2800" b="1" dirty="0">
                <a:solidFill>
                  <a:schemeClr val="tx2">
                    <a:lumMod val="75000"/>
                  </a:schemeClr>
                </a:solidFill>
                <a:latin typeface="Cambria" panose="02040503050406030204" pitchFamily="18" charset="0"/>
                <a:ea typeface="Cambria" panose="02040503050406030204" pitchFamily="18" charset="0"/>
                <a:cs typeface="Calibri" pitchFamily="34" charset="-120"/>
              </a:rPr>
              <a:t> </a:t>
            </a:r>
            <a:r>
              <a:rPr lang="en-US" sz="2800" b="1" dirty="0" err="1">
                <a:solidFill>
                  <a:schemeClr val="tx2">
                    <a:lumMod val="75000"/>
                  </a:schemeClr>
                </a:solidFill>
                <a:latin typeface="Cambria" panose="02040503050406030204" pitchFamily="18" charset="0"/>
                <a:ea typeface="Cambria" panose="02040503050406030204" pitchFamily="18" charset="0"/>
                <a:cs typeface="Calibri" pitchFamily="34" charset="-120"/>
              </a:rPr>
              <a:t>hạn</a:t>
            </a:r>
            <a:endParaRPr lang="en-US" sz="2800" b="1" dirty="0">
              <a:solidFill>
                <a:schemeClr val="tx2">
                  <a:lumMod val="75000"/>
                </a:schemeClr>
              </a:solidFill>
              <a:latin typeface="Cambria" panose="02040503050406030204" pitchFamily="18" charset="0"/>
              <a:ea typeface="Cambria" panose="02040503050406030204" pitchFamily="18" charset="0"/>
            </a:endParaRPr>
          </a:p>
        </p:txBody>
      </p:sp>
      <p:cxnSp>
        <p:nvCxnSpPr>
          <p:cNvPr id="93" name="Google Shape;926;p74">
            <a:extLst>
              <a:ext uri="{FF2B5EF4-FFF2-40B4-BE49-F238E27FC236}">
                <a16:creationId xmlns:a16="http://schemas.microsoft.com/office/drawing/2014/main" id="{21B13AB3-D9BF-7477-36DF-9CBCB1E97ADF}"/>
              </a:ext>
            </a:extLst>
          </p:cNvPr>
          <p:cNvCxnSpPr>
            <a:cxnSpLocks/>
          </p:cNvCxnSpPr>
          <p:nvPr/>
        </p:nvCxnSpPr>
        <p:spPr>
          <a:xfrm flipH="1">
            <a:off x="5019132" y="6001556"/>
            <a:ext cx="3849357" cy="0"/>
          </a:xfrm>
          <a:prstGeom prst="straightConnector1">
            <a:avLst/>
          </a:prstGeom>
          <a:noFill/>
          <a:ln w="28575" cap="flat" cmpd="sng">
            <a:solidFill>
              <a:srgbClr val="002060"/>
            </a:solidFill>
            <a:prstDash val="solid"/>
            <a:round/>
            <a:headEnd type="none" w="med" len="med"/>
            <a:tailEnd type="none" w="med" len="med"/>
          </a:ln>
        </p:spPr>
      </p:cxnSp>
      <p:sp>
        <p:nvSpPr>
          <p:cNvPr id="94" name="Google Shape;910;p74">
            <a:extLst>
              <a:ext uri="{FF2B5EF4-FFF2-40B4-BE49-F238E27FC236}">
                <a16:creationId xmlns:a16="http://schemas.microsoft.com/office/drawing/2014/main" id="{BEF8E92E-E30B-C377-7EE0-6B9CA89B4D46}"/>
              </a:ext>
            </a:extLst>
          </p:cNvPr>
          <p:cNvSpPr/>
          <p:nvPr/>
        </p:nvSpPr>
        <p:spPr>
          <a:xfrm>
            <a:off x="8868489" y="5791789"/>
            <a:ext cx="428440" cy="419534"/>
          </a:xfrm>
          <a:prstGeom prst="ellipse">
            <a:avLst/>
          </a:prstGeom>
          <a:solidFill>
            <a:srgbClr val="92D05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800" dirty="0">
              <a:solidFill>
                <a:schemeClr val="tx2">
                  <a:lumMod val="75000"/>
                </a:schemeClr>
              </a:solidFill>
              <a:highlight>
                <a:srgbClr val="FF0000"/>
              </a:highlight>
              <a:latin typeface="Cambria" panose="02040503050406030204" pitchFamily="18" charset="0"/>
              <a:ea typeface="Cambria" panose="02040503050406030204" pitchFamily="18" charset="0"/>
            </a:endParaRPr>
          </a:p>
        </p:txBody>
      </p:sp>
      <p:cxnSp>
        <p:nvCxnSpPr>
          <p:cNvPr id="96" name="Google Shape;926;p74">
            <a:extLst>
              <a:ext uri="{FF2B5EF4-FFF2-40B4-BE49-F238E27FC236}">
                <a16:creationId xmlns:a16="http://schemas.microsoft.com/office/drawing/2014/main" id="{1D1C5310-2554-F9B2-4A45-301A54C3CC26}"/>
              </a:ext>
            </a:extLst>
          </p:cNvPr>
          <p:cNvCxnSpPr>
            <a:cxnSpLocks/>
            <a:endCxn id="94" idx="6"/>
          </p:cNvCxnSpPr>
          <p:nvPr/>
        </p:nvCxnSpPr>
        <p:spPr>
          <a:xfrm flipH="1">
            <a:off x="9296929" y="5983689"/>
            <a:ext cx="936370" cy="17867"/>
          </a:xfrm>
          <a:prstGeom prst="straightConnector1">
            <a:avLst/>
          </a:prstGeom>
          <a:noFill/>
          <a:ln w="28575" cap="flat" cmpd="sng">
            <a:solidFill>
              <a:srgbClr val="002060"/>
            </a:solidFill>
            <a:prstDash val="solid"/>
            <a:round/>
            <a:headEnd type="none" w="med" len="med"/>
            <a:tailEnd type="none" w="med" len="med"/>
          </a:ln>
        </p:spPr>
      </p:cxnSp>
      <p:cxnSp>
        <p:nvCxnSpPr>
          <p:cNvPr id="98" name="Google Shape;926;p74">
            <a:extLst>
              <a:ext uri="{FF2B5EF4-FFF2-40B4-BE49-F238E27FC236}">
                <a16:creationId xmlns:a16="http://schemas.microsoft.com/office/drawing/2014/main" id="{3E6529F1-E1B4-2749-499B-8930C219C9E6}"/>
              </a:ext>
            </a:extLst>
          </p:cNvPr>
          <p:cNvCxnSpPr>
            <a:cxnSpLocks/>
            <a:stCxn id="99" idx="2"/>
          </p:cNvCxnSpPr>
          <p:nvPr/>
        </p:nvCxnSpPr>
        <p:spPr>
          <a:xfrm flipH="1">
            <a:off x="10229644" y="5965822"/>
            <a:ext cx="4440395" cy="17867"/>
          </a:xfrm>
          <a:prstGeom prst="straightConnector1">
            <a:avLst/>
          </a:prstGeom>
          <a:noFill/>
          <a:ln w="28575" cap="flat" cmpd="sng">
            <a:solidFill>
              <a:srgbClr val="002060"/>
            </a:solidFill>
            <a:prstDash val="solid"/>
            <a:round/>
            <a:headEnd type="none" w="med" len="med"/>
            <a:tailEnd type="none" w="med" len="med"/>
          </a:ln>
        </p:spPr>
      </p:cxnSp>
      <p:sp>
        <p:nvSpPr>
          <p:cNvPr id="99" name="Google Shape;910;p74">
            <a:extLst>
              <a:ext uri="{FF2B5EF4-FFF2-40B4-BE49-F238E27FC236}">
                <a16:creationId xmlns:a16="http://schemas.microsoft.com/office/drawing/2014/main" id="{F4ABFC3A-21B8-4592-5D86-72A093A95A26}"/>
              </a:ext>
            </a:extLst>
          </p:cNvPr>
          <p:cNvSpPr/>
          <p:nvPr/>
        </p:nvSpPr>
        <p:spPr>
          <a:xfrm>
            <a:off x="14670039" y="5756055"/>
            <a:ext cx="428440" cy="419534"/>
          </a:xfrm>
          <a:prstGeom prst="ellipse">
            <a:avLst/>
          </a:prstGeom>
          <a:solidFill>
            <a:srgbClr val="92D05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800" dirty="0">
              <a:solidFill>
                <a:schemeClr val="tx2">
                  <a:lumMod val="75000"/>
                </a:schemeClr>
              </a:solidFill>
              <a:highlight>
                <a:srgbClr val="FF0000"/>
              </a:highlight>
              <a:latin typeface="Cambria" panose="02040503050406030204" pitchFamily="18" charset="0"/>
              <a:ea typeface="Cambria" panose="02040503050406030204" pitchFamily="18" charset="0"/>
            </a:endParaRPr>
          </a:p>
        </p:txBody>
      </p:sp>
      <p:cxnSp>
        <p:nvCxnSpPr>
          <p:cNvPr id="106" name="Google Shape;927;p74">
            <a:extLst>
              <a:ext uri="{FF2B5EF4-FFF2-40B4-BE49-F238E27FC236}">
                <a16:creationId xmlns:a16="http://schemas.microsoft.com/office/drawing/2014/main" id="{1D8CD4C6-71B7-48E9-9F79-91945704B82A}"/>
              </a:ext>
            </a:extLst>
          </p:cNvPr>
          <p:cNvCxnSpPr>
            <a:cxnSpLocks/>
          </p:cNvCxnSpPr>
          <p:nvPr/>
        </p:nvCxnSpPr>
        <p:spPr>
          <a:xfrm flipH="1">
            <a:off x="9082709" y="6211323"/>
            <a:ext cx="16100" cy="1075139"/>
          </a:xfrm>
          <a:prstGeom prst="straightConnector1">
            <a:avLst/>
          </a:prstGeom>
          <a:noFill/>
          <a:ln w="28575" cap="flat" cmpd="sng">
            <a:solidFill>
              <a:srgbClr val="002060"/>
            </a:solidFill>
            <a:prstDash val="solid"/>
            <a:round/>
            <a:headEnd type="none" w="med" len="med"/>
            <a:tailEnd type="oval" w="med" len="med"/>
          </a:ln>
        </p:spPr>
      </p:cxnSp>
      <p:cxnSp>
        <p:nvCxnSpPr>
          <p:cNvPr id="108" name="Google Shape;927;p74">
            <a:extLst>
              <a:ext uri="{FF2B5EF4-FFF2-40B4-BE49-F238E27FC236}">
                <a16:creationId xmlns:a16="http://schemas.microsoft.com/office/drawing/2014/main" id="{CA6ADFB0-8573-DC16-7D6D-2F7FD65DAFE9}"/>
              </a:ext>
            </a:extLst>
          </p:cNvPr>
          <p:cNvCxnSpPr>
            <a:cxnSpLocks/>
          </p:cNvCxnSpPr>
          <p:nvPr/>
        </p:nvCxnSpPr>
        <p:spPr>
          <a:xfrm flipH="1" flipV="1">
            <a:off x="14851963" y="4617407"/>
            <a:ext cx="31794" cy="1175127"/>
          </a:xfrm>
          <a:prstGeom prst="straightConnector1">
            <a:avLst/>
          </a:prstGeom>
          <a:noFill/>
          <a:ln w="28575" cap="flat" cmpd="sng">
            <a:solidFill>
              <a:srgbClr val="002060"/>
            </a:solidFill>
            <a:prstDash val="solid"/>
            <a:round/>
            <a:headEnd type="none" w="med" len="med"/>
            <a:tailEnd type="oval" w="med" len="med"/>
          </a:ln>
        </p:spPr>
      </p:cxnSp>
      <p:sp>
        <p:nvSpPr>
          <p:cNvPr id="24" name="Oval 23">
            <a:extLst>
              <a:ext uri="{FF2B5EF4-FFF2-40B4-BE49-F238E27FC236}">
                <a16:creationId xmlns:a16="http://schemas.microsoft.com/office/drawing/2014/main" id="{986F6269-2158-E3E0-22B5-3327CAD023D1}"/>
              </a:ext>
            </a:extLst>
          </p:cNvPr>
          <p:cNvSpPr/>
          <p:nvPr/>
        </p:nvSpPr>
        <p:spPr>
          <a:xfrm>
            <a:off x="2184630" y="3543396"/>
            <a:ext cx="901218" cy="914399"/>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atin typeface="Cambria" panose="02040503050406030204" pitchFamily="18" charset="0"/>
                <a:ea typeface="Cambria" panose="02040503050406030204" pitchFamily="18" charset="0"/>
              </a:rPr>
              <a:t>1</a:t>
            </a:r>
          </a:p>
        </p:txBody>
      </p:sp>
      <p:sp>
        <p:nvSpPr>
          <p:cNvPr id="40" name="Oval 39">
            <a:extLst>
              <a:ext uri="{FF2B5EF4-FFF2-40B4-BE49-F238E27FC236}">
                <a16:creationId xmlns:a16="http://schemas.microsoft.com/office/drawing/2014/main" id="{AE4DA3F7-AC71-A149-B9F7-87CDD6DE812A}"/>
              </a:ext>
            </a:extLst>
          </p:cNvPr>
          <p:cNvSpPr/>
          <p:nvPr/>
        </p:nvSpPr>
        <p:spPr>
          <a:xfrm>
            <a:off x="8632100" y="7499510"/>
            <a:ext cx="901218" cy="914399"/>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atin typeface="Cambria" panose="02040503050406030204" pitchFamily="18" charset="0"/>
                <a:ea typeface="Cambria" panose="02040503050406030204" pitchFamily="18" charset="0"/>
              </a:rPr>
              <a:t>2</a:t>
            </a:r>
          </a:p>
        </p:txBody>
      </p:sp>
      <p:sp>
        <p:nvSpPr>
          <p:cNvPr id="41" name="Oval 40">
            <a:extLst>
              <a:ext uri="{FF2B5EF4-FFF2-40B4-BE49-F238E27FC236}">
                <a16:creationId xmlns:a16="http://schemas.microsoft.com/office/drawing/2014/main" id="{5A386DF6-C24F-A02A-2ACB-0AEB89330442}"/>
              </a:ext>
            </a:extLst>
          </p:cNvPr>
          <p:cNvSpPr/>
          <p:nvPr/>
        </p:nvSpPr>
        <p:spPr>
          <a:xfrm>
            <a:off x="14383918" y="3543396"/>
            <a:ext cx="901218" cy="914399"/>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atin typeface="Cambria" panose="02040503050406030204" pitchFamily="18" charset="0"/>
                <a:ea typeface="Cambria" panose="02040503050406030204" pitchFamily="18" charset="0"/>
              </a:rPr>
              <a:t>3</a:t>
            </a:r>
          </a:p>
        </p:txBody>
      </p:sp>
      <p:sp>
        <p:nvSpPr>
          <p:cNvPr id="44" name="TextBox 43">
            <a:extLst>
              <a:ext uri="{FF2B5EF4-FFF2-40B4-BE49-F238E27FC236}">
                <a16:creationId xmlns:a16="http://schemas.microsoft.com/office/drawing/2014/main" id="{4D4E4D44-CF0B-B910-4EF6-2EDAEFB4569D}"/>
              </a:ext>
            </a:extLst>
          </p:cNvPr>
          <p:cNvSpPr txBox="1"/>
          <p:nvPr/>
        </p:nvSpPr>
        <p:spPr>
          <a:xfrm>
            <a:off x="6828309" y="3914200"/>
            <a:ext cx="5066220" cy="2031325"/>
          </a:xfrm>
          <a:prstGeom prst="rect">
            <a:avLst/>
          </a:prstGeom>
          <a:noFill/>
        </p:spPr>
        <p:txBody>
          <a:bodyPr wrap="square" rtlCol="0">
            <a:spAutoFit/>
          </a:bodyPr>
          <a:lstStyle/>
          <a:p>
            <a:pPr algn="l">
              <a:lnSpc>
                <a:spcPct val="150000"/>
              </a:lnSpc>
              <a:buSzPct val="100000"/>
            </a:pPr>
            <a:r>
              <a:rPr lang="en-US" sz="2400" dirty="0">
                <a:solidFill>
                  <a:srgbClr val="000000"/>
                </a:solidFill>
                <a:latin typeface="Cambria" panose="02040503050406030204" pitchFamily="18" charset="0"/>
                <a:ea typeface="Cambria" panose="02040503050406030204" pitchFamily="18" charset="0"/>
                <a:cs typeface="Nobile" pitchFamily="34" charset="-120"/>
              </a:rPr>
              <a:t>🌐</a:t>
            </a:r>
            <a:r>
              <a:rPr lang="en-US" sz="2400" dirty="0">
                <a:solidFill>
                  <a:srgbClr val="404155"/>
                </a:solidFill>
                <a:latin typeface="Cambria" panose="02040503050406030204" pitchFamily="18" charset="0"/>
                <a:ea typeface="Cambria" panose="02040503050406030204" pitchFamily="18" charset="0"/>
                <a:cs typeface="Nobile" pitchFamily="34" charset="-120"/>
              </a:rPr>
              <a:t> </a:t>
            </a:r>
            <a:r>
              <a:rPr lang="en-US" sz="2400" dirty="0" err="1">
                <a:solidFill>
                  <a:srgbClr val="404155"/>
                </a:solidFill>
                <a:latin typeface="Cambria" panose="02040503050406030204" pitchFamily="18" charset="0"/>
                <a:ea typeface="Cambria" panose="02040503050406030204" pitchFamily="18" charset="0"/>
                <a:cs typeface="Nobile" pitchFamily="34" charset="-120"/>
              </a:rPr>
              <a:t>Đa</a:t>
            </a:r>
            <a:r>
              <a:rPr lang="en-US" sz="2400" dirty="0">
                <a:solidFill>
                  <a:srgbClr val="404155"/>
                </a:solidFill>
                <a:latin typeface="Cambria" panose="02040503050406030204" pitchFamily="18" charset="0"/>
                <a:ea typeface="Cambria" panose="02040503050406030204" pitchFamily="18" charset="0"/>
                <a:cs typeface="Nobile" pitchFamily="34" charset="-120"/>
              </a:rPr>
              <a:t> </a:t>
            </a:r>
            <a:r>
              <a:rPr lang="en-US" sz="2400" dirty="0" err="1">
                <a:solidFill>
                  <a:srgbClr val="404155"/>
                </a:solidFill>
                <a:latin typeface="Cambria" panose="02040503050406030204" pitchFamily="18" charset="0"/>
                <a:ea typeface="Cambria" panose="02040503050406030204" pitchFamily="18" charset="0"/>
                <a:cs typeface="Nobile" pitchFamily="34" charset="-120"/>
              </a:rPr>
              <a:t>ngôn</a:t>
            </a:r>
            <a:r>
              <a:rPr lang="en-US" sz="2400" dirty="0">
                <a:solidFill>
                  <a:srgbClr val="404155"/>
                </a:solidFill>
                <a:latin typeface="Cambria" panose="02040503050406030204" pitchFamily="18" charset="0"/>
                <a:ea typeface="Cambria" panose="02040503050406030204" pitchFamily="18" charset="0"/>
                <a:cs typeface="Nobile" pitchFamily="34" charset="-120"/>
              </a:rPr>
              <a:t> </a:t>
            </a:r>
            <a:r>
              <a:rPr lang="en-US" sz="2400" dirty="0" err="1">
                <a:solidFill>
                  <a:srgbClr val="404155"/>
                </a:solidFill>
                <a:latin typeface="Cambria" panose="02040503050406030204" pitchFamily="18" charset="0"/>
                <a:ea typeface="Cambria" panose="02040503050406030204" pitchFamily="18" charset="0"/>
                <a:cs typeface="Nobile" pitchFamily="34" charset="-120"/>
              </a:rPr>
              <a:t>ngữ</a:t>
            </a:r>
            <a:r>
              <a:rPr lang="en-US" sz="2400" dirty="0">
                <a:solidFill>
                  <a:srgbClr val="404155"/>
                </a:solidFill>
                <a:latin typeface="Cambria" panose="02040503050406030204" pitchFamily="18" charset="0"/>
                <a:ea typeface="Cambria" panose="02040503050406030204" pitchFamily="18" charset="0"/>
                <a:cs typeface="Nobile" pitchFamily="34" charset="-120"/>
              </a:rPr>
              <a:t> (</a:t>
            </a:r>
            <a:r>
              <a:rPr lang="en-US" sz="2400" dirty="0" err="1">
                <a:solidFill>
                  <a:srgbClr val="404155"/>
                </a:solidFill>
                <a:latin typeface="Cambria" panose="02040503050406030204" pitchFamily="18" charset="0"/>
                <a:ea typeface="Cambria" panose="02040503050406030204" pitchFamily="18" charset="0"/>
                <a:cs typeface="Nobile" pitchFamily="34" charset="-120"/>
              </a:rPr>
              <a:t>Tiếng</a:t>
            </a:r>
            <a:r>
              <a:rPr lang="en-US" sz="2400" dirty="0">
                <a:solidFill>
                  <a:srgbClr val="404155"/>
                </a:solidFill>
                <a:latin typeface="Cambria" panose="02040503050406030204" pitchFamily="18" charset="0"/>
                <a:ea typeface="Cambria" panose="02040503050406030204" pitchFamily="18" charset="0"/>
                <a:cs typeface="Nobile" pitchFamily="34" charset="-120"/>
              </a:rPr>
              <a:t> </a:t>
            </a:r>
            <a:r>
              <a:rPr lang="en-US" sz="2400" dirty="0" err="1">
                <a:solidFill>
                  <a:srgbClr val="404155"/>
                </a:solidFill>
                <a:latin typeface="Cambria" panose="02040503050406030204" pitchFamily="18" charset="0"/>
                <a:ea typeface="Cambria" panose="02040503050406030204" pitchFamily="18" charset="0"/>
                <a:cs typeface="Nobile" pitchFamily="34" charset="-120"/>
              </a:rPr>
              <a:t>Việt</a:t>
            </a:r>
            <a:r>
              <a:rPr lang="en-US" sz="2400" dirty="0">
                <a:solidFill>
                  <a:srgbClr val="404155"/>
                </a:solidFill>
                <a:latin typeface="Cambria" panose="02040503050406030204" pitchFamily="18" charset="0"/>
                <a:ea typeface="Cambria" panose="02040503050406030204" pitchFamily="18" charset="0"/>
                <a:cs typeface="Nobile" pitchFamily="34" charset="-120"/>
              </a:rPr>
              <a:t>, Anh)</a:t>
            </a:r>
            <a:endParaRPr lang="en-US" sz="2400" dirty="0">
              <a:latin typeface="Cambria" panose="02040503050406030204" pitchFamily="18" charset="0"/>
              <a:ea typeface="Cambria" panose="02040503050406030204" pitchFamily="18" charset="0"/>
            </a:endParaRPr>
          </a:p>
          <a:p>
            <a:pPr algn="l">
              <a:lnSpc>
                <a:spcPct val="150000"/>
              </a:lnSpc>
              <a:buSzPct val="100000"/>
            </a:pPr>
            <a:r>
              <a:rPr lang="en-US" sz="2400" dirty="0">
                <a:solidFill>
                  <a:srgbClr val="000000"/>
                </a:solidFill>
                <a:latin typeface="Cambria" panose="02040503050406030204" pitchFamily="18" charset="0"/>
                <a:ea typeface="Cambria" panose="02040503050406030204" pitchFamily="18" charset="0"/>
                <a:cs typeface="Nobile" pitchFamily="34" charset="-120"/>
              </a:rPr>
              <a:t>⭐</a:t>
            </a:r>
            <a:r>
              <a:rPr lang="en-US" sz="2400" dirty="0">
                <a:solidFill>
                  <a:srgbClr val="404155"/>
                </a:solidFill>
                <a:latin typeface="Cambria" panose="02040503050406030204" pitchFamily="18" charset="0"/>
                <a:ea typeface="Cambria" panose="02040503050406030204" pitchFamily="18" charset="0"/>
                <a:cs typeface="Nobile" pitchFamily="34" charset="-120"/>
              </a:rPr>
              <a:t> </a:t>
            </a:r>
            <a:r>
              <a:rPr lang="en-US" sz="2400" dirty="0" err="1">
                <a:solidFill>
                  <a:srgbClr val="404155"/>
                </a:solidFill>
                <a:latin typeface="Cambria" panose="02040503050406030204" pitchFamily="18" charset="0"/>
                <a:ea typeface="Cambria" panose="02040503050406030204" pitchFamily="18" charset="0"/>
                <a:cs typeface="Nobile" pitchFamily="34" charset="-120"/>
              </a:rPr>
              <a:t>Đánh</a:t>
            </a:r>
            <a:r>
              <a:rPr lang="en-US" sz="2400" dirty="0">
                <a:solidFill>
                  <a:srgbClr val="404155"/>
                </a:solidFill>
                <a:latin typeface="Cambria" panose="02040503050406030204" pitchFamily="18" charset="0"/>
                <a:ea typeface="Cambria" panose="02040503050406030204" pitchFamily="18" charset="0"/>
                <a:cs typeface="Nobile" pitchFamily="34" charset="-120"/>
              </a:rPr>
              <a:t> </a:t>
            </a:r>
            <a:r>
              <a:rPr lang="en-US" sz="2400" dirty="0" err="1">
                <a:solidFill>
                  <a:srgbClr val="404155"/>
                </a:solidFill>
                <a:latin typeface="Cambria" panose="02040503050406030204" pitchFamily="18" charset="0"/>
                <a:ea typeface="Cambria" panose="02040503050406030204" pitchFamily="18" charset="0"/>
                <a:cs typeface="Nobile" pitchFamily="34" charset="-120"/>
              </a:rPr>
              <a:t>giá</a:t>
            </a:r>
            <a:r>
              <a:rPr lang="en-US" sz="2400" dirty="0">
                <a:solidFill>
                  <a:srgbClr val="404155"/>
                </a:solidFill>
                <a:latin typeface="Cambria" panose="02040503050406030204" pitchFamily="18" charset="0"/>
                <a:ea typeface="Cambria" panose="02040503050406030204" pitchFamily="18" charset="0"/>
                <a:cs typeface="Nobile" pitchFamily="34" charset="-120"/>
              </a:rPr>
              <a:t> </a:t>
            </a:r>
            <a:r>
              <a:rPr lang="en-US" sz="2400" dirty="0" err="1">
                <a:solidFill>
                  <a:srgbClr val="404155"/>
                </a:solidFill>
                <a:latin typeface="Cambria" panose="02040503050406030204" pitchFamily="18" charset="0"/>
                <a:ea typeface="Cambria" panose="02040503050406030204" pitchFamily="18" charset="0"/>
                <a:cs typeface="Nobile" pitchFamily="34" charset="-120"/>
              </a:rPr>
              <a:t>nhà</a:t>
            </a:r>
            <a:r>
              <a:rPr lang="en-US" sz="2400" dirty="0">
                <a:solidFill>
                  <a:srgbClr val="404155"/>
                </a:solidFill>
                <a:latin typeface="Cambria" panose="02040503050406030204" pitchFamily="18" charset="0"/>
                <a:ea typeface="Cambria" panose="02040503050406030204" pitchFamily="18" charset="0"/>
                <a:cs typeface="Nobile" pitchFamily="34" charset="-120"/>
              </a:rPr>
              <a:t> </a:t>
            </a:r>
            <a:r>
              <a:rPr lang="en-US" sz="2400" dirty="0" err="1">
                <a:solidFill>
                  <a:srgbClr val="404155"/>
                </a:solidFill>
                <a:latin typeface="Cambria" panose="02040503050406030204" pitchFamily="18" charset="0"/>
                <a:ea typeface="Cambria" panose="02040503050406030204" pitchFamily="18" charset="0"/>
                <a:cs typeface="Nobile" pitchFamily="34" charset="-120"/>
              </a:rPr>
              <a:t>hàng</a:t>
            </a:r>
            <a:r>
              <a:rPr lang="en-US" sz="2400" dirty="0">
                <a:solidFill>
                  <a:srgbClr val="404155"/>
                </a:solidFill>
                <a:latin typeface="Cambria" panose="02040503050406030204" pitchFamily="18" charset="0"/>
                <a:ea typeface="Cambria" panose="02040503050406030204" pitchFamily="18" charset="0"/>
                <a:cs typeface="Nobile" pitchFamily="34" charset="-120"/>
              </a:rPr>
              <a:t> &amp; </a:t>
            </a:r>
            <a:r>
              <a:rPr lang="en-US" sz="2400" dirty="0" err="1">
                <a:solidFill>
                  <a:srgbClr val="404155"/>
                </a:solidFill>
                <a:latin typeface="Cambria" panose="02040503050406030204" pitchFamily="18" charset="0"/>
                <a:ea typeface="Cambria" panose="02040503050406030204" pitchFamily="18" charset="0"/>
                <a:cs typeface="Nobile" pitchFamily="34" charset="-120"/>
              </a:rPr>
              <a:t>tài</a:t>
            </a:r>
            <a:r>
              <a:rPr lang="en-US" sz="2400" dirty="0">
                <a:solidFill>
                  <a:srgbClr val="404155"/>
                </a:solidFill>
                <a:latin typeface="Cambria" panose="02040503050406030204" pitchFamily="18" charset="0"/>
                <a:ea typeface="Cambria" panose="02040503050406030204" pitchFamily="18" charset="0"/>
                <a:cs typeface="Nobile" pitchFamily="34" charset="-120"/>
              </a:rPr>
              <a:t> </a:t>
            </a:r>
            <a:r>
              <a:rPr lang="en-US" sz="2400" dirty="0" err="1">
                <a:solidFill>
                  <a:srgbClr val="404155"/>
                </a:solidFill>
                <a:latin typeface="Cambria" panose="02040503050406030204" pitchFamily="18" charset="0"/>
                <a:ea typeface="Cambria" panose="02040503050406030204" pitchFamily="18" charset="0"/>
                <a:cs typeface="Nobile" pitchFamily="34" charset="-120"/>
              </a:rPr>
              <a:t>xế</a:t>
            </a:r>
            <a:endParaRPr lang="en-US" sz="2400" dirty="0">
              <a:latin typeface="Cambria" panose="02040503050406030204" pitchFamily="18" charset="0"/>
              <a:ea typeface="Cambria" panose="02040503050406030204" pitchFamily="18" charset="0"/>
            </a:endParaRPr>
          </a:p>
          <a:p>
            <a:pPr algn="l">
              <a:lnSpc>
                <a:spcPct val="150000"/>
              </a:lnSpc>
              <a:buSzPct val="100000"/>
            </a:pPr>
            <a:r>
              <a:rPr lang="en-US" sz="2400" dirty="0">
                <a:solidFill>
                  <a:srgbClr val="000000"/>
                </a:solidFill>
                <a:latin typeface="Cambria" panose="02040503050406030204" pitchFamily="18" charset="0"/>
                <a:ea typeface="Cambria" panose="02040503050406030204" pitchFamily="18" charset="0"/>
                <a:cs typeface="Nobile" pitchFamily="34" charset="-120"/>
              </a:rPr>
              <a:t>🎁</a:t>
            </a:r>
            <a:r>
              <a:rPr lang="en-US" sz="2400" dirty="0">
                <a:solidFill>
                  <a:srgbClr val="404155"/>
                </a:solidFill>
                <a:latin typeface="Cambria" panose="02040503050406030204" pitchFamily="18" charset="0"/>
                <a:ea typeface="Cambria" panose="02040503050406030204" pitchFamily="18" charset="0"/>
                <a:cs typeface="Nobile" pitchFamily="34" charset="-120"/>
              </a:rPr>
              <a:t> </a:t>
            </a:r>
            <a:r>
              <a:rPr lang="en-US" sz="2400" dirty="0" err="1">
                <a:solidFill>
                  <a:srgbClr val="404155"/>
                </a:solidFill>
                <a:latin typeface="Cambria" panose="02040503050406030204" pitchFamily="18" charset="0"/>
                <a:ea typeface="Cambria" panose="02040503050406030204" pitchFamily="18" charset="0"/>
                <a:cs typeface="Nobile" pitchFamily="34" charset="-120"/>
              </a:rPr>
              <a:t>Mã</a:t>
            </a:r>
            <a:r>
              <a:rPr lang="en-US" sz="2400" dirty="0">
                <a:solidFill>
                  <a:srgbClr val="404155"/>
                </a:solidFill>
                <a:latin typeface="Cambria" panose="02040503050406030204" pitchFamily="18" charset="0"/>
                <a:ea typeface="Cambria" panose="02040503050406030204" pitchFamily="18" charset="0"/>
                <a:cs typeface="Nobile" pitchFamily="34" charset="-120"/>
              </a:rPr>
              <a:t> </a:t>
            </a:r>
            <a:r>
              <a:rPr lang="en-US" sz="2400" dirty="0" err="1">
                <a:solidFill>
                  <a:srgbClr val="404155"/>
                </a:solidFill>
                <a:latin typeface="Cambria" panose="02040503050406030204" pitchFamily="18" charset="0"/>
                <a:ea typeface="Cambria" panose="02040503050406030204" pitchFamily="18" charset="0"/>
                <a:cs typeface="Nobile" pitchFamily="34" charset="-120"/>
              </a:rPr>
              <a:t>giảm</a:t>
            </a:r>
            <a:r>
              <a:rPr lang="en-US" sz="2400" dirty="0">
                <a:solidFill>
                  <a:srgbClr val="404155"/>
                </a:solidFill>
                <a:latin typeface="Cambria" panose="02040503050406030204" pitchFamily="18" charset="0"/>
                <a:ea typeface="Cambria" panose="02040503050406030204" pitchFamily="18" charset="0"/>
                <a:cs typeface="Nobile" pitchFamily="34" charset="-120"/>
              </a:rPr>
              <a:t> </a:t>
            </a:r>
            <a:r>
              <a:rPr lang="en-US" sz="2400" dirty="0" err="1">
                <a:solidFill>
                  <a:srgbClr val="404155"/>
                </a:solidFill>
                <a:latin typeface="Cambria" panose="02040503050406030204" pitchFamily="18" charset="0"/>
                <a:ea typeface="Cambria" panose="02040503050406030204" pitchFamily="18" charset="0"/>
                <a:cs typeface="Nobile" pitchFamily="34" charset="-120"/>
              </a:rPr>
              <a:t>giá</a:t>
            </a:r>
            <a:r>
              <a:rPr lang="en-US" sz="2400" dirty="0">
                <a:solidFill>
                  <a:srgbClr val="404155"/>
                </a:solidFill>
                <a:latin typeface="Cambria" panose="02040503050406030204" pitchFamily="18" charset="0"/>
                <a:ea typeface="Cambria" panose="02040503050406030204" pitchFamily="18" charset="0"/>
                <a:cs typeface="Nobile" pitchFamily="34" charset="-120"/>
              </a:rPr>
              <a:t> / Voucher</a:t>
            </a:r>
            <a:endParaRPr lang="en-US" sz="2400" dirty="0">
              <a:latin typeface="Cambria" panose="02040503050406030204" pitchFamily="18" charset="0"/>
              <a:ea typeface="Cambria" panose="02040503050406030204" pitchFamily="18" charset="0"/>
            </a:endParaRPr>
          </a:p>
          <a:p>
            <a:endParaRPr lang="en-US" dirty="0"/>
          </a:p>
        </p:txBody>
      </p:sp>
      <p:sp>
        <p:nvSpPr>
          <p:cNvPr id="45" name="TextBox 44">
            <a:extLst>
              <a:ext uri="{FF2B5EF4-FFF2-40B4-BE49-F238E27FC236}">
                <a16:creationId xmlns:a16="http://schemas.microsoft.com/office/drawing/2014/main" id="{A2DCC56D-3C17-DA3E-E5E3-0D69A8F2FB34}"/>
              </a:ext>
            </a:extLst>
          </p:cNvPr>
          <p:cNvSpPr txBox="1"/>
          <p:nvPr/>
        </p:nvSpPr>
        <p:spPr>
          <a:xfrm>
            <a:off x="12963269" y="6353864"/>
            <a:ext cx="4217375" cy="2031325"/>
          </a:xfrm>
          <a:prstGeom prst="rect">
            <a:avLst/>
          </a:prstGeom>
          <a:noFill/>
        </p:spPr>
        <p:txBody>
          <a:bodyPr wrap="square" rtlCol="0">
            <a:spAutoFit/>
          </a:bodyPr>
          <a:lstStyle/>
          <a:p>
            <a:pPr algn="l">
              <a:lnSpc>
                <a:spcPct val="150000"/>
              </a:lnSpc>
              <a:buSzPct val="100000"/>
            </a:pPr>
            <a:r>
              <a:rPr lang="en-US" sz="2400" dirty="0">
                <a:solidFill>
                  <a:srgbClr val="000000"/>
                </a:solidFill>
                <a:latin typeface="Cambria" panose="02040503050406030204" pitchFamily="18" charset="0"/>
                <a:ea typeface="Cambria" panose="02040503050406030204" pitchFamily="18" charset="0"/>
                <a:cs typeface="Nobile" pitchFamily="34" charset="-120"/>
              </a:rPr>
              <a:t>📱</a:t>
            </a:r>
            <a:r>
              <a:rPr lang="en-US" sz="2400" dirty="0">
                <a:solidFill>
                  <a:srgbClr val="404155"/>
                </a:solidFill>
                <a:latin typeface="Cambria" panose="02040503050406030204" pitchFamily="18" charset="0"/>
                <a:ea typeface="Cambria" panose="02040503050406030204" pitchFamily="18" charset="0"/>
                <a:cs typeface="Nobile" pitchFamily="34" charset="-120"/>
              </a:rPr>
              <a:t> Google Play &amp; App Store</a:t>
            </a:r>
            <a:endParaRPr lang="en-US" sz="2400" dirty="0">
              <a:latin typeface="Cambria" panose="02040503050406030204" pitchFamily="18" charset="0"/>
              <a:ea typeface="Cambria" panose="02040503050406030204" pitchFamily="18" charset="0"/>
            </a:endParaRPr>
          </a:p>
          <a:p>
            <a:pPr algn="l">
              <a:lnSpc>
                <a:spcPct val="150000"/>
              </a:lnSpc>
              <a:buSzPct val="100000"/>
            </a:pPr>
            <a:r>
              <a:rPr lang="en-US" sz="2400" dirty="0">
                <a:solidFill>
                  <a:srgbClr val="000000"/>
                </a:solidFill>
                <a:latin typeface="Cambria" panose="02040503050406030204" pitchFamily="18" charset="0"/>
                <a:ea typeface="Cambria" panose="02040503050406030204" pitchFamily="18" charset="0"/>
                <a:cs typeface="Nobile" pitchFamily="34" charset="-120"/>
              </a:rPr>
              <a:t>🤖</a:t>
            </a:r>
            <a:r>
              <a:rPr lang="en-US" sz="2400" dirty="0">
                <a:solidFill>
                  <a:srgbClr val="404155"/>
                </a:solidFill>
                <a:latin typeface="Cambria" panose="02040503050406030204" pitchFamily="18" charset="0"/>
                <a:ea typeface="Cambria" panose="02040503050406030204" pitchFamily="18" charset="0"/>
                <a:cs typeface="Nobile" pitchFamily="34" charset="-120"/>
              </a:rPr>
              <a:t> AI </a:t>
            </a:r>
            <a:r>
              <a:rPr lang="en-US" sz="2400" dirty="0" err="1">
                <a:solidFill>
                  <a:srgbClr val="404155"/>
                </a:solidFill>
                <a:latin typeface="Cambria" panose="02040503050406030204" pitchFamily="18" charset="0"/>
                <a:ea typeface="Cambria" panose="02040503050406030204" pitchFamily="18" charset="0"/>
                <a:cs typeface="Nobile" pitchFamily="34" charset="-120"/>
              </a:rPr>
              <a:t>gợi</a:t>
            </a:r>
            <a:r>
              <a:rPr lang="en-US" sz="2400" dirty="0">
                <a:solidFill>
                  <a:srgbClr val="404155"/>
                </a:solidFill>
                <a:latin typeface="Cambria" panose="02040503050406030204" pitchFamily="18" charset="0"/>
                <a:ea typeface="Cambria" panose="02040503050406030204" pitchFamily="18" charset="0"/>
                <a:cs typeface="Nobile" pitchFamily="34" charset="-120"/>
              </a:rPr>
              <a:t> ý </a:t>
            </a:r>
            <a:r>
              <a:rPr lang="en-US" sz="2400" dirty="0" err="1">
                <a:solidFill>
                  <a:srgbClr val="404155"/>
                </a:solidFill>
                <a:latin typeface="Cambria" panose="02040503050406030204" pitchFamily="18" charset="0"/>
                <a:ea typeface="Cambria" panose="02040503050406030204" pitchFamily="18" charset="0"/>
                <a:cs typeface="Nobile" pitchFamily="34" charset="-120"/>
              </a:rPr>
              <a:t>món</a:t>
            </a:r>
            <a:r>
              <a:rPr lang="en-US" sz="2400" dirty="0">
                <a:solidFill>
                  <a:srgbClr val="404155"/>
                </a:solidFill>
                <a:latin typeface="Cambria" panose="02040503050406030204" pitchFamily="18" charset="0"/>
                <a:ea typeface="Cambria" panose="02040503050406030204" pitchFamily="18" charset="0"/>
                <a:cs typeface="Nobile" pitchFamily="34" charset="-120"/>
              </a:rPr>
              <a:t> </a:t>
            </a:r>
            <a:r>
              <a:rPr lang="en-US" sz="2400" dirty="0" err="1">
                <a:solidFill>
                  <a:srgbClr val="404155"/>
                </a:solidFill>
                <a:latin typeface="Cambria" panose="02040503050406030204" pitchFamily="18" charset="0"/>
                <a:ea typeface="Cambria" panose="02040503050406030204" pitchFamily="18" charset="0"/>
                <a:cs typeface="Nobile" pitchFamily="34" charset="-120"/>
              </a:rPr>
              <a:t>ăn</a:t>
            </a:r>
            <a:endParaRPr lang="en-US" sz="2400" dirty="0">
              <a:latin typeface="Cambria" panose="02040503050406030204" pitchFamily="18" charset="0"/>
              <a:ea typeface="Cambria" panose="02040503050406030204" pitchFamily="18" charset="0"/>
            </a:endParaRPr>
          </a:p>
          <a:p>
            <a:pPr algn="l">
              <a:lnSpc>
                <a:spcPct val="150000"/>
              </a:lnSpc>
              <a:buSzPct val="100000"/>
            </a:pPr>
            <a:r>
              <a:rPr lang="en-US" sz="2400" dirty="0">
                <a:solidFill>
                  <a:srgbClr val="000000"/>
                </a:solidFill>
                <a:latin typeface="Cambria" panose="02040503050406030204" pitchFamily="18" charset="0"/>
                <a:ea typeface="Cambria" panose="02040503050406030204" pitchFamily="18" charset="0"/>
                <a:cs typeface="Nobile" pitchFamily="34" charset="-120"/>
              </a:rPr>
              <a:t>🛡️</a:t>
            </a:r>
            <a:r>
              <a:rPr lang="en-US" sz="2400" dirty="0">
                <a:solidFill>
                  <a:srgbClr val="404155"/>
                </a:solidFill>
                <a:latin typeface="Cambria" panose="02040503050406030204" pitchFamily="18" charset="0"/>
                <a:ea typeface="Cambria" panose="02040503050406030204" pitchFamily="18" charset="0"/>
                <a:cs typeface="Nobile" pitchFamily="34" charset="-120"/>
              </a:rPr>
              <a:t> Dashboard Admin</a:t>
            </a:r>
            <a:endParaRPr lang="en-US" sz="2400" dirty="0">
              <a:latin typeface="Cambria" panose="02040503050406030204" pitchFamily="18" charset="0"/>
              <a:ea typeface="Cambria" panose="02040503050406030204" pitchFamily="18" charset="0"/>
            </a:endParaRPr>
          </a:p>
          <a:p>
            <a:endParaRPr lang="en-US" dirty="0"/>
          </a:p>
        </p:txBody>
      </p:sp>
      <p:sp>
        <p:nvSpPr>
          <p:cNvPr id="46" name="Google Shape;915;p74">
            <a:extLst>
              <a:ext uri="{FF2B5EF4-FFF2-40B4-BE49-F238E27FC236}">
                <a16:creationId xmlns:a16="http://schemas.microsoft.com/office/drawing/2014/main" id="{9BF75188-F8DA-CE74-A351-26F08BDE008D}"/>
              </a:ext>
            </a:extLst>
          </p:cNvPr>
          <p:cNvSpPr txBox="1"/>
          <p:nvPr/>
        </p:nvSpPr>
        <p:spPr>
          <a:xfrm>
            <a:off x="2805964" y="3502593"/>
            <a:ext cx="2464514" cy="920787"/>
          </a:xfrm>
          <a:prstGeom prst="rect">
            <a:avLst/>
          </a:prstGeom>
          <a:noFill/>
          <a:ln>
            <a:noFill/>
          </a:ln>
        </p:spPr>
        <p:txBody>
          <a:bodyPr spcFirstLastPara="1" wrap="square" lIns="0" tIns="0" rIns="0" bIns="0" anchor="ctr" anchorCtr="0">
            <a:noAutofit/>
          </a:bodyPr>
          <a:lstStyle/>
          <a:p>
            <a:pPr algn="ctr"/>
            <a:r>
              <a:rPr lang="en-US" sz="2800" b="1" dirty="0" err="1">
                <a:solidFill>
                  <a:schemeClr val="tx2">
                    <a:lumMod val="75000"/>
                  </a:schemeClr>
                </a:solidFill>
                <a:latin typeface="Cambria" panose="02040503050406030204" pitchFamily="18" charset="0"/>
                <a:ea typeface="Cambria" panose="02040503050406030204" pitchFamily="18" charset="0"/>
                <a:cs typeface="Calibri" pitchFamily="34" charset="-120"/>
              </a:rPr>
              <a:t>Ngắn</a:t>
            </a:r>
            <a:r>
              <a:rPr lang="en-US" sz="2800" b="1" dirty="0">
                <a:solidFill>
                  <a:schemeClr val="tx2">
                    <a:lumMod val="75000"/>
                  </a:schemeClr>
                </a:solidFill>
                <a:latin typeface="Cambria" panose="02040503050406030204" pitchFamily="18" charset="0"/>
                <a:ea typeface="Cambria" panose="02040503050406030204" pitchFamily="18" charset="0"/>
                <a:cs typeface="Calibri" pitchFamily="34" charset="-120"/>
              </a:rPr>
              <a:t> </a:t>
            </a:r>
            <a:r>
              <a:rPr lang="en-US" sz="2800" b="1" dirty="0" err="1">
                <a:solidFill>
                  <a:schemeClr val="tx2">
                    <a:lumMod val="75000"/>
                  </a:schemeClr>
                </a:solidFill>
                <a:latin typeface="Cambria" panose="02040503050406030204" pitchFamily="18" charset="0"/>
                <a:ea typeface="Cambria" panose="02040503050406030204" pitchFamily="18" charset="0"/>
                <a:cs typeface="Calibri" pitchFamily="34" charset="-120"/>
              </a:rPr>
              <a:t>hạn</a:t>
            </a:r>
            <a:endParaRPr lang="en-US" sz="2800" b="1" dirty="0">
              <a:solidFill>
                <a:schemeClr val="tx2">
                  <a:lumMod val="75000"/>
                </a:schemeClr>
              </a:solidFill>
              <a:latin typeface="Cambria" panose="02040503050406030204" pitchFamily="18" charset="0"/>
              <a:ea typeface="Cambria" panose="02040503050406030204" pitchFamily="18" charset="0"/>
            </a:endParaRPr>
          </a:p>
        </p:txBody>
      </p:sp>
      <p:grpSp>
        <p:nvGrpSpPr>
          <p:cNvPr id="4" name="Group 3">
            <a:extLst>
              <a:ext uri="{FF2B5EF4-FFF2-40B4-BE49-F238E27FC236}">
                <a16:creationId xmlns:a16="http://schemas.microsoft.com/office/drawing/2014/main" id="{CB403121-E386-AE83-0149-0F88B886EB9B}"/>
              </a:ext>
            </a:extLst>
          </p:cNvPr>
          <p:cNvGrpSpPr/>
          <p:nvPr/>
        </p:nvGrpSpPr>
        <p:grpSpPr>
          <a:xfrm>
            <a:off x="1127553" y="1790700"/>
            <a:ext cx="853655" cy="972116"/>
            <a:chOff x="0" y="-205478"/>
            <a:chExt cx="1371600" cy="1615178"/>
          </a:xfrm>
        </p:grpSpPr>
        <p:sp>
          <p:nvSpPr>
            <p:cNvPr id="5" name="Freeform 4">
              <a:extLst>
                <a:ext uri="{FF2B5EF4-FFF2-40B4-BE49-F238E27FC236}">
                  <a16:creationId xmlns:a16="http://schemas.microsoft.com/office/drawing/2014/main" id="{E76DF2D9-DBE4-03DA-F52A-E4441543846C}"/>
                </a:ext>
              </a:extLst>
            </p:cNvPr>
            <p:cNvSpPr/>
            <p:nvPr/>
          </p:nvSpPr>
          <p:spPr>
            <a:xfrm>
              <a:off x="0" y="0"/>
              <a:ext cx="1371600" cy="1409700"/>
            </a:xfrm>
            <a:custGeom>
              <a:avLst/>
              <a:gdLst/>
              <a:ahLst/>
              <a:cxnLst/>
              <a:rect l="l" t="t" r="r" b="b"/>
              <a:pathLst>
                <a:path w="1371600" h="1409700">
                  <a:moveTo>
                    <a:pt x="0" y="704850"/>
                  </a:moveTo>
                  <a:cubicBezTo>
                    <a:pt x="0" y="315595"/>
                    <a:pt x="307086" y="0"/>
                    <a:pt x="685800" y="0"/>
                  </a:cubicBezTo>
                  <a:cubicBezTo>
                    <a:pt x="1064514" y="0"/>
                    <a:pt x="1371600" y="315595"/>
                    <a:pt x="1371600" y="704850"/>
                  </a:cubicBezTo>
                  <a:cubicBezTo>
                    <a:pt x="1371600" y="1094105"/>
                    <a:pt x="1064514" y="1409700"/>
                    <a:pt x="685800" y="1409700"/>
                  </a:cubicBezTo>
                  <a:cubicBezTo>
                    <a:pt x="307086" y="1409700"/>
                    <a:pt x="0" y="1094105"/>
                    <a:pt x="0" y="704850"/>
                  </a:cubicBezTo>
                  <a:close/>
                </a:path>
              </a:pathLst>
            </a:custGeom>
            <a:solidFill>
              <a:srgbClr val="FCB618"/>
            </a:solidFill>
            <a:ln w="12700">
              <a:solidFill>
                <a:schemeClr val="bg1"/>
              </a:solidFill>
            </a:ln>
          </p:spPr>
          <p:txBody>
            <a:bodyPr/>
            <a:lstStyle/>
            <a:p>
              <a:endParaRPr lang="vi-VN" sz="4800"/>
            </a:p>
          </p:txBody>
        </p:sp>
        <p:sp>
          <p:nvSpPr>
            <p:cNvPr id="6" name="TextBox 5">
              <a:extLst>
                <a:ext uri="{FF2B5EF4-FFF2-40B4-BE49-F238E27FC236}">
                  <a16:creationId xmlns:a16="http://schemas.microsoft.com/office/drawing/2014/main" id="{D71B3478-599F-C4A7-3CD5-66A697C802BB}"/>
                </a:ext>
              </a:extLst>
            </p:cNvPr>
            <p:cNvSpPr txBox="1"/>
            <p:nvPr/>
          </p:nvSpPr>
          <p:spPr>
            <a:xfrm>
              <a:off x="76" y="-205478"/>
              <a:ext cx="1371524" cy="1428709"/>
            </a:xfrm>
            <a:prstGeom prst="rect">
              <a:avLst/>
            </a:prstGeom>
            <a:noFill/>
            <a:ln>
              <a:noFill/>
            </a:ln>
          </p:spPr>
          <p:style>
            <a:lnRef idx="0">
              <a:scrgbClr r="0" g="0" b="0"/>
            </a:lnRef>
            <a:fillRef idx="0">
              <a:scrgbClr r="0" g="0" b="0"/>
            </a:fillRef>
            <a:effectRef idx="0">
              <a:scrgbClr r="0" g="0" b="0"/>
            </a:effectRef>
            <a:fontRef idx="minor">
              <a:schemeClr val="accent6"/>
            </a:fontRef>
          </p:style>
          <p:txBody>
            <a:bodyPr lIns="50800" tIns="50800" rIns="50800" bIns="50800" rtlCol="0" anchor="ctr"/>
            <a:lstStyle/>
            <a:p>
              <a:pPr algn="ctr">
                <a:lnSpc>
                  <a:spcPts val="8640"/>
                </a:lnSpc>
              </a:pPr>
              <a:r>
                <a:rPr lang="en-US" sz="4400" b="1" dirty="0">
                  <a:solidFill>
                    <a:srgbClr val="FFFFFF"/>
                  </a:solidFill>
                  <a:latin typeface="Cambria" panose="02040503050406030204" pitchFamily="18" charset="0"/>
                  <a:ea typeface="Cambria" panose="02040503050406030204" pitchFamily="18" charset="0"/>
                  <a:cs typeface="Cambria Bold"/>
                  <a:sym typeface="Cambria Bold"/>
                </a:rPr>
                <a:t>4</a:t>
              </a:r>
            </a:p>
          </p:txBody>
        </p:sp>
      </p:gr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a:stretch>
          </a:blipFill>
        </p:spPr>
        <p:txBody>
          <a:bodyPr/>
          <a:lstStyle/>
          <a:p>
            <a:endParaRPr lang="vi-VN"/>
          </a:p>
        </p:txBody>
      </p:sp>
      <p:sp>
        <p:nvSpPr>
          <p:cNvPr id="3" name="TextBox 3"/>
          <p:cNvSpPr txBox="1"/>
          <p:nvPr/>
        </p:nvSpPr>
        <p:spPr>
          <a:xfrm>
            <a:off x="2701676" y="4040634"/>
            <a:ext cx="12884647" cy="1102866"/>
          </a:xfrm>
          <a:prstGeom prst="rect">
            <a:avLst/>
          </a:prstGeom>
        </p:spPr>
        <p:txBody>
          <a:bodyPr wrap="square" lIns="0" tIns="0" rIns="0" bIns="0" rtlCol="0" anchor="t">
            <a:spAutoFit/>
          </a:bodyPr>
          <a:lstStyle/>
          <a:p>
            <a:pPr algn="ctr">
              <a:lnSpc>
                <a:spcPts val="8640"/>
              </a:lnSpc>
            </a:pPr>
            <a:r>
              <a:rPr lang="en-US" sz="7200" b="1">
                <a:solidFill>
                  <a:srgbClr val="16458C"/>
                </a:solidFill>
                <a:latin typeface="Cambria" panose="02040503050406030204" pitchFamily="18" charset="0"/>
                <a:ea typeface="Cambria" panose="02040503050406030204" pitchFamily="18" charset="0"/>
                <a:cs typeface="Cambria Bold"/>
                <a:sym typeface="Cambria Bold"/>
              </a:rPr>
              <a:t>EM XIN TRÂN TRỌNG CẢM ƠN</a:t>
            </a:r>
            <a:endParaRPr lang="en-US" sz="7200" b="1" dirty="0">
              <a:solidFill>
                <a:srgbClr val="FCB618"/>
              </a:solidFill>
              <a:latin typeface="Cambria" panose="02040503050406030204" pitchFamily="18" charset="0"/>
              <a:ea typeface="Cambria" panose="02040503050406030204" pitchFamily="18" charset="0"/>
              <a:cs typeface="Cambria Bold"/>
              <a:sym typeface="Cambria Bold"/>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2926</TotalTime>
  <Words>3076</Words>
  <Application>Microsoft Macintosh PowerPoint</Application>
  <PresentationFormat>Custom</PresentationFormat>
  <Paragraphs>198</Paragraphs>
  <Slides>12</Slides>
  <Notes>12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12</vt:i4>
      </vt:variant>
    </vt:vector>
  </HeadingPairs>
  <TitlesOfParts>
    <vt:vector size="19" baseType="lpstr">
      <vt:lpstr>Calibri Light</vt:lpstr>
      <vt:lpstr>Arial</vt:lpstr>
      <vt:lpstr>Cambria</vt:lpstr>
      <vt:lpstr>Times New Roman</vt:lpstr>
      <vt:lpstr>Calibri</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Là người có quyền tương tác với hệ thống, có quyền điều khiển, kiểm soát các hoạt động của hệ thống. Với các chức năng quản lý Thông tin tài khoản, quản lý thông tin sản phẩm, quản lý đơn hàng,…</dc:title>
  <dc:creator>Ha Vu</dc:creator>
  <cp:lastModifiedBy>Nguyễn An</cp:lastModifiedBy>
  <cp:revision>27</cp:revision>
  <dcterms:created xsi:type="dcterms:W3CDTF">2006-08-16T00:00:00Z</dcterms:created>
  <dcterms:modified xsi:type="dcterms:W3CDTF">2026-05-13T13:51:51Z</dcterms:modified>
  <dc:identifier>DAG6Rx4WiKg</dc:identifier>
</cp:coreProperties>
</file>